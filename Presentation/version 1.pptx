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Raleway"/>
      <p:regular r:id="rId12"/>
      <p:bold r:id="rId13"/>
      <p:italic r:id="rId14"/>
      <p:boldItalic r:id="rId15"/>
    </p:embeddedFont>
    <p:embeddedFont>
      <p:font typeface="La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aleway-bold.fntdata"/><Relationship Id="rId12" Type="http://schemas.openxmlformats.org/officeDocument/2006/relationships/font" Target="fonts/Raleway-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Italic.fntdata"/><Relationship Id="rId14" Type="http://schemas.openxmlformats.org/officeDocument/2006/relationships/font" Target="fonts/Raleway-italic.fntdata"/><Relationship Id="rId17" Type="http://schemas.openxmlformats.org/officeDocument/2006/relationships/font" Target="fonts/Lato-bold.fntdata"/><Relationship Id="rId16" Type="http://schemas.openxmlformats.org/officeDocument/2006/relationships/font" Target="fonts/Lato-regular.fntdata"/><Relationship Id="rId5" Type="http://schemas.openxmlformats.org/officeDocument/2006/relationships/notesMaster" Target="notesMasters/notesMaster1.xml"/><Relationship Id="rId19" Type="http://schemas.openxmlformats.org/officeDocument/2006/relationships/font" Target="fonts/Lato-boldItalic.fntdata"/><Relationship Id="rId6" Type="http://schemas.openxmlformats.org/officeDocument/2006/relationships/slide" Target="slides/slide1.xml"/><Relationship Id="rId18" Type="http://schemas.openxmlformats.org/officeDocument/2006/relationships/font" Target="fonts/La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5f6af9d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5f6af9d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d9c67055b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d9c67055b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51d9112a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51d9112a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d9c67055b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d9c67055b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5430e6bdd_5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5430e6bdd_5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60d9106e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f60d9106e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729450" y="1322450"/>
            <a:ext cx="3787800" cy="1988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Clr>
                <a:schemeClr val="dk2"/>
              </a:buClr>
              <a:buSzPts val="4000"/>
              <a:buNone/>
              <a:defRPr sz="4000">
                <a:solidFill>
                  <a:schemeClr val="dk2"/>
                </a:solidFill>
              </a:defRPr>
            </a:lvl2pPr>
            <a:lvl3pPr lvl="2">
              <a:spcBef>
                <a:spcPts val="0"/>
              </a:spcBef>
              <a:spcAft>
                <a:spcPts val="0"/>
              </a:spcAft>
              <a:buClr>
                <a:schemeClr val="dk2"/>
              </a:buClr>
              <a:buSzPts val="4000"/>
              <a:buNone/>
              <a:defRPr sz="4000">
                <a:solidFill>
                  <a:schemeClr val="dk2"/>
                </a:solidFill>
              </a:defRPr>
            </a:lvl3pPr>
            <a:lvl4pPr lvl="3">
              <a:spcBef>
                <a:spcPts val="0"/>
              </a:spcBef>
              <a:spcAft>
                <a:spcPts val="0"/>
              </a:spcAft>
              <a:buClr>
                <a:schemeClr val="dk2"/>
              </a:buClr>
              <a:buSzPts val="4000"/>
              <a:buNone/>
              <a:defRPr sz="4000">
                <a:solidFill>
                  <a:schemeClr val="dk2"/>
                </a:solidFill>
              </a:defRPr>
            </a:lvl4pPr>
            <a:lvl5pPr lvl="4">
              <a:spcBef>
                <a:spcPts val="0"/>
              </a:spcBef>
              <a:spcAft>
                <a:spcPts val="0"/>
              </a:spcAft>
              <a:buClr>
                <a:schemeClr val="dk2"/>
              </a:buClr>
              <a:buSzPts val="4000"/>
              <a:buNone/>
              <a:defRPr sz="4000">
                <a:solidFill>
                  <a:schemeClr val="dk2"/>
                </a:solidFill>
              </a:defRPr>
            </a:lvl5pPr>
            <a:lvl6pPr lvl="5">
              <a:spcBef>
                <a:spcPts val="0"/>
              </a:spcBef>
              <a:spcAft>
                <a:spcPts val="0"/>
              </a:spcAft>
              <a:buClr>
                <a:schemeClr val="dk2"/>
              </a:buClr>
              <a:buSzPts val="4000"/>
              <a:buNone/>
              <a:defRPr sz="4000">
                <a:solidFill>
                  <a:schemeClr val="dk2"/>
                </a:solidFill>
              </a:defRPr>
            </a:lvl6pPr>
            <a:lvl7pPr lvl="6">
              <a:spcBef>
                <a:spcPts val="0"/>
              </a:spcBef>
              <a:spcAft>
                <a:spcPts val="0"/>
              </a:spcAft>
              <a:buClr>
                <a:schemeClr val="dk2"/>
              </a:buClr>
              <a:buSzPts val="4000"/>
              <a:buNone/>
              <a:defRPr sz="4000">
                <a:solidFill>
                  <a:schemeClr val="dk2"/>
                </a:solidFill>
              </a:defRPr>
            </a:lvl7pPr>
            <a:lvl8pPr lvl="7">
              <a:spcBef>
                <a:spcPts val="0"/>
              </a:spcBef>
              <a:spcAft>
                <a:spcPts val="0"/>
              </a:spcAft>
              <a:buClr>
                <a:schemeClr val="dk2"/>
              </a:buClr>
              <a:buSzPts val="4000"/>
              <a:buNone/>
              <a:defRPr sz="4000">
                <a:solidFill>
                  <a:schemeClr val="dk2"/>
                </a:solidFill>
              </a:defRPr>
            </a:lvl8pPr>
            <a:lvl9pPr lvl="8">
              <a:spcBef>
                <a:spcPts val="0"/>
              </a:spcBef>
              <a:spcAft>
                <a:spcPts val="0"/>
              </a:spcAft>
              <a:buClr>
                <a:schemeClr val="dk2"/>
              </a:buClr>
              <a:buSzPts val="4000"/>
              <a:buNone/>
              <a:defRPr sz="4000">
                <a:solidFill>
                  <a:schemeClr val="dk2"/>
                </a:solidFill>
              </a:defRPr>
            </a:lvl9pPr>
          </a:lstStyle>
          <a:p/>
        </p:txBody>
      </p:sp>
      <p:sp>
        <p:nvSpPr>
          <p:cNvPr id="11" name="Google Shape;11;p2"/>
          <p:cNvSpPr txBox="1"/>
          <p:nvPr>
            <p:ph idx="1" type="subTitle"/>
          </p:nvPr>
        </p:nvSpPr>
        <p:spPr>
          <a:xfrm>
            <a:off x="729595" y="3401500"/>
            <a:ext cx="37878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2" name="Google Shape;12;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13" name="Google Shape;13;p2"/>
          <p:cNvGrpSpPr/>
          <p:nvPr/>
        </p:nvGrpSpPr>
        <p:grpSpPr>
          <a:xfrm>
            <a:off x="830392" y="1191256"/>
            <a:ext cx="745763" cy="45826"/>
            <a:chOff x="4580561" y="2589004"/>
            <a:chExt cx="1064464" cy="25200"/>
          </a:xfrm>
        </p:grpSpPr>
        <p:sp>
          <p:nvSpPr>
            <p:cNvPr id="14" name="Google Shape;14;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bg>
      <p:bgPr>
        <a:solidFill>
          <a:schemeClr val="lt2"/>
        </a:solidFill>
      </p:bgPr>
    </p:bg>
    <p:spTree>
      <p:nvGrpSpPr>
        <p:cNvPr id="17" name="Shape 17"/>
        <p:cNvGrpSpPr/>
        <p:nvPr/>
      </p:nvGrpSpPr>
      <p:grpSpPr>
        <a:xfrm>
          <a:off x="0" y="0"/>
          <a:ext cx="0" cy="0"/>
          <a:chOff x="0" y="0"/>
          <a:chExt cx="0" cy="0"/>
        </a:xfrm>
      </p:grpSpPr>
      <p:sp>
        <p:nvSpPr>
          <p:cNvPr id="18" name="Google Shape;18;p3"/>
          <p:cNvSpPr txBox="1"/>
          <p:nvPr>
            <p:ph type="ctrTitle"/>
          </p:nvPr>
        </p:nvSpPr>
        <p:spPr>
          <a:xfrm>
            <a:off x="729450" y="1322450"/>
            <a:ext cx="3787800" cy="198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000"/>
              <a:buNone/>
              <a:defRPr sz="4000">
                <a:solidFill>
                  <a:schemeClr val="dk2"/>
                </a:solidFill>
              </a:defRPr>
            </a:lvl1pPr>
            <a:lvl2pPr lvl="1" rtl="0">
              <a:spcBef>
                <a:spcPts val="0"/>
              </a:spcBef>
              <a:spcAft>
                <a:spcPts val="0"/>
              </a:spcAft>
              <a:buClr>
                <a:schemeClr val="dk2"/>
              </a:buClr>
              <a:buSzPts val="4000"/>
              <a:buNone/>
              <a:defRPr sz="4000">
                <a:solidFill>
                  <a:schemeClr val="dk2"/>
                </a:solidFill>
              </a:defRPr>
            </a:lvl2pPr>
            <a:lvl3pPr lvl="2" rtl="0">
              <a:spcBef>
                <a:spcPts val="0"/>
              </a:spcBef>
              <a:spcAft>
                <a:spcPts val="0"/>
              </a:spcAft>
              <a:buClr>
                <a:schemeClr val="dk2"/>
              </a:buClr>
              <a:buSzPts val="4000"/>
              <a:buNone/>
              <a:defRPr sz="4000">
                <a:solidFill>
                  <a:schemeClr val="dk2"/>
                </a:solidFill>
              </a:defRPr>
            </a:lvl3pPr>
            <a:lvl4pPr lvl="3" rtl="0">
              <a:spcBef>
                <a:spcPts val="0"/>
              </a:spcBef>
              <a:spcAft>
                <a:spcPts val="0"/>
              </a:spcAft>
              <a:buClr>
                <a:schemeClr val="dk2"/>
              </a:buClr>
              <a:buSzPts val="4000"/>
              <a:buNone/>
              <a:defRPr sz="4000">
                <a:solidFill>
                  <a:schemeClr val="dk2"/>
                </a:solidFill>
              </a:defRPr>
            </a:lvl4pPr>
            <a:lvl5pPr lvl="4" rtl="0">
              <a:spcBef>
                <a:spcPts val="0"/>
              </a:spcBef>
              <a:spcAft>
                <a:spcPts val="0"/>
              </a:spcAft>
              <a:buClr>
                <a:schemeClr val="dk2"/>
              </a:buClr>
              <a:buSzPts val="4000"/>
              <a:buNone/>
              <a:defRPr sz="4000">
                <a:solidFill>
                  <a:schemeClr val="dk2"/>
                </a:solidFill>
              </a:defRPr>
            </a:lvl5pPr>
            <a:lvl6pPr lvl="5" rtl="0">
              <a:spcBef>
                <a:spcPts val="0"/>
              </a:spcBef>
              <a:spcAft>
                <a:spcPts val="0"/>
              </a:spcAft>
              <a:buClr>
                <a:schemeClr val="dk2"/>
              </a:buClr>
              <a:buSzPts val="4000"/>
              <a:buNone/>
              <a:defRPr sz="4000">
                <a:solidFill>
                  <a:schemeClr val="dk2"/>
                </a:solidFill>
              </a:defRPr>
            </a:lvl6pPr>
            <a:lvl7pPr lvl="6" rtl="0">
              <a:spcBef>
                <a:spcPts val="0"/>
              </a:spcBef>
              <a:spcAft>
                <a:spcPts val="0"/>
              </a:spcAft>
              <a:buClr>
                <a:schemeClr val="dk2"/>
              </a:buClr>
              <a:buSzPts val="4000"/>
              <a:buNone/>
              <a:defRPr sz="4000">
                <a:solidFill>
                  <a:schemeClr val="dk2"/>
                </a:solidFill>
              </a:defRPr>
            </a:lvl7pPr>
            <a:lvl8pPr lvl="7" rtl="0">
              <a:spcBef>
                <a:spcPts val="0"/>
              </a:spcBef>
              <a:spcAft>
                <a:spcPts val="0"/>
              </a:spcAft>
              <a:buClr>
                <a:schemeClr val="dk2"/>
              </a:buClr>
              <a:buSzPts val="4000"/>
              <a:buNone/>
              <a:defRPr sz="4000">
                <a:solidFill>
                  <a:schemeClr val="dk2"/>
                </a:solidFill>
              </a:defRPr>
            </a:lvl8pPr>
            <a:lvl9pPr lvl="8" rtl="0">
              <a:spcBef>
                <a:spcPts val="0"/>
              </a:spcBef>
              <a:spcAft>
                <a:spcPts val="0"/>
              </a:spcAft>
              <a:buClr>
                <a:schemeClr val="dk2"/>
              </a:buClr>
              <a:buSzPts val="4000"/>
              <a:buNone/>
              <a:defRPr sz="4000">
                <a:solidFill>
                  <a:schemeClr val="dk2"/>
                </a:solidFill>
              </a:defRPr>
            </a:lvl9pPr>
          </a:lstStyle>
          <a:p/>
        </p:txBody>
      </p:sp>
      <p:sp>
        <p:nvSpPr>
          <p:cNvPr id="19" name="Google Shape;19;p3"/>
          <p:cNvSpPr txBox="1"/>
          <p:nvPr>
            <p:ph idx="1" type="subTitle"/>
          </p:nvPr>
        </p:nvSpPr>
        <p:spPr>
          <a:xfrm>
            <a:off x="729595" y="3401500"/>
            <a:ext cx="37878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20" name="Google Shape;20;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21" name="Google Shape;21;p3"/>
          <p:cNvGrpSpPr/>
          <p:nvPr/>
        </p:nvGrpSpPr>
        <p:grpSpPr>
          <a:xfrm>
            <a:off x="830392" y="1191256"/>
            <a:ext cx="745763" cy="45826"/>
            <a:chOff x="4580561" y="2589004"/>
            <a:chExt cx="1064464" cy="25200"/>
          </a:xfrm>
        </p:grpSpPr>
        <p:sp>
          <p:nvSpPr>
            <p:cNvPr id="22" name="Google Shape;22;p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 name="Google Shape;24;p3"/>
          <p:cNvSpPr/>
          <p:nvPr/>
        </p:nvSpPr>
        <p:spPr>
          <a:xfrm>
            <a:off x="0" y="1"/>
            <a:ext cx="9144000" cy="467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3"/>
          <p:cNvGrpSpPr/>
          <p:nvPr/>
        </p:nvGrpSpPr>
        <p:grpSpPr>
          <a:xfrm>
            <a:off x="5063224" y="1313339"/>
            <a:ext cx="3459829" cy="2670551"/>
            <a:chOff x="3553042" y="1657806"/>
            <a:chExt cx="3461100" cy="2671532"/>
          </a:xfrm>
        </p:grpSpPr>
        <p:sp>
          <p:nvSpPr>
            <p:cNvPr id="26" name="Google Shape;26;p3"/>
            <p:cNvSpPr/>
            <p:nvPr/>
          </p:nvSpPr>
          <p:spPr>
            <a:xfrm>
              <a:off x="4856024" y="3625653"/>
              <a:ext cx="944700" cy="663300"/>
            </a:xfrm>
            <a:prstGeom prst="trapezoid">
              <a:avLst>
                <a:gd fmla="val 2500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10800000">
              <a:off x="4953871" y="3681997"/>
              <a:ext cx="400200" cy="606600"/>
            </a:xfrm>
            <a:prstGeom prst="triangle">
              <a:avLst>
                <a:gd fmla="val 96745"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4767796" y="3681816"/>
              <a:ext cx="163500" cy="606600"/>
            </a:xfrm>
            <a:prstGeom prst="triangle">
              <a:avLst>
                <a:gd fmla="val 98558"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10800000">
              <a:off x="4668343" y="4283738"/>
              <a:ext cx="1230600" cy="45600"/>
            </a:xfrm>
            <a:prstGeom prst="roundRect">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4926950" y="3681915"/>
              <a:ext cx="42900" cy="594300"/>
            </a:xfrm>
            <a:prstGeom prst="rect">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3553042" y="1674645"/>
              <a:ext cx="3461100" cy="2014500"/>
            </a:xfrm>
            <a:prstGeom prst="roundRect">
              <a:avLst>
                <a:gd fmla="val 1882" name="adj"/>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3553042" y="1657806"/>
              <a:ext cx="3461100" cy="2014500"/>
            </a:xfrm>
            <a:prstGeom prst="roundRect">
              <a:avLst>
                <a:gd fmla="val 1764"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Component Detail" id="34" name="Google Shape;34;p3"/>
          <p:cNvPicPr preferRelativeResize="0"/>
          <p:nvPr/>
        </p:nvPicPr>
        <p:blipFill rotWithShape="1">
          <a:blip r:embed="rId2">
            <a:alphaModFix/>
          </a:blip>
          <a:srcRect b="25077" l="0" r="0" t="0"/>
          <a:stretch/>
        </p:blipFill>
        <p:spPr>
          <a:xfrm>
            <a:off x="5161725" y="1399791"/>
            <a:ext cx="3262825" cy="1833425"/>
          </a:xfrm>
          <a:prstGeom prst="rect">
            <a:avLst/>
          </a:prstGeom>
          <a:noFill/>
          <a:ln>
            <a:noFill/>
          </a:ln>
        </p:spPr>
      </p:pic>
      <p:sp>
        <p:nvSpPr>
          <p:cNvPr id="35" name="Google Shape;35;p3"/>
          <p:cNvSpPr/>
          <p:nvPr/>
        </p:nvSpPr>
        <p:spPr>
          <a:xfrm flipH="1">
            <a:off x="5156196" y="1401826"/>
            <a:ext cx="3268577" cy="1812993"/>
          </a:xfrm>
          <a:prstGeom prst="rtTriangle">
            <a:avLst/>
          </a:prstGeom>
          <a:solidFill>
            <a:srgbClr val="000000">
              <a:alpha val="3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 name="Google Shape;36;p3"/>
          <p:cNvGrpSpPr/>
          <p:nvPr/>
        </p:nvGrpSpPr>
        <p:grpSpPr>
          <a:xfrm>
            <a:off x="7666681" y="2077877"/>
            <a:ext cx="1148179" cy="2282764"/>
            <a:chOff x="7666681" y="2077877"/>
            <a:chExt cx="1148179" cy="2282764"/>
          </a:xfrm>
        </p:grpSpPr>
        <p:grpSp>
          <p:nvGrpSpPr>
            <p:cNvPr id="37" name="Google Shape;37;p3"/>
            <p:cNvGrpSpPr/>
            <p:nvPr/>
          </p:nvGrpSpPr>
          <p:grpSpPr>
            <a:xfrm>
              <a:off x="7666681" y="2077877"/>
              <a:ext cx="1148179" cy="2282764"/>
              <a:chOff x="3983627" y="1676395"/>
              <a:chExt cx="1449538" cy="2881914"/>
            </a:xfrm>
          </p:grpSpPr>
          <p:sp>
            <p:nvSpPr>
              <p:cNvPr id="38" name="Google Shape;38;p3"/>
              <p:cNvSpPr/>
              <p:nvPr/>
            </p:nvSpPr>
            <p:spPr>
              <a:xfrm rot="-5400000">
                <a:off x="3276827" y="2404608"/>
                <a:ext cx="2860500" cy="1446900"/>
              </a:xfrm>
              <a:prstGeom prst="roundRect">
                <a:avLst>
                  <a:gd fmla="val 4551" name="adj"/>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3279465" y="2383195"/>
                <a:ext cx="2860500" cy="1446900"/>
              </a:xfrm>
              <a:prstGeom prst="roundRect">
                <a:avLst>
                  <a:gd fmla="val 4551" name="adj"/>
                </a:avLst>
              </a:pr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4473243" y="4318802"/>
                <a:ext cx="472800" cy="76800"/>
              </a:xfrm>
              <a:prstGeom prst="roundRect">
                <a:avLst>
                  <a:gd fmla="val 50000" name="adj"/>
                </a:avLst>
              </a:prstGeom>
              <a:solidFill>
                <a:srgbClr val="4B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Mobile View" id="41" name="Google Shape;41;p3"/>
            <p:cNvPicPr preferRelativeResize="0"/>
            <p:nvPr/>
          </p:nvPicPr>
          <p:blipFill rotWithShape="1">
            <a:blip r:embed="rId3">
              <a:alphaModFix/>
            </a:blip>
            <a:srcRect b="4372" l="0" r="0" t="4363"/>
            <a:stretch/>
          </p:blipFill>
          <p:spPr>
            <a:xfrm>
              <a:off x="7720839" y="2222723"/>
              <a:ext cx="1037555" cy="1833418"/>
            </a:xfrm>
            <a:prstGeom prst="rect">
              <a:avLst/>
            </a:prstGeom>
            <a:noFill/>
            <a:ln>
              <a:noFill/>
            </a:ln>
          </p:spPr>
        </p:pic>
        <p:sp>
          <p:nvSpPr>
            <p:cNvPr id="42" name="Google Shape;42;p3"/>
            <p:cNvSpPr/>
            <p:nvPr/>
          </p:nvSpPr>
          <p:spPr>
            <a:xfrm flipH="1">
              <a:off x="7722342" y="2222973"/>
              <a:ext cx="1037700" cy="1833000"/>
            </a:xfrm>
            <a:prstGeom prst="rtTriangle">
              <a:avLst/>
            </a:prstGeom>
            <a:solidFill>
              <a:srgbClr val="000000">
                <a:alpha val="3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3" name="Shape 43"/>
        <p:cNvGrpSpPr/>
        <p:nvPr/>
      </p:nvGrpSpPr>
      <p:grpSpPr>
        <a:xfrm>
          <a:off x="0" y="0"/>
          <a:ext cx="0" cy="0"/>
          <a:chOff x="0" y="0"/>
          <a:chExt cx="0" cy="0"/>
        </a:xfrm>
      </p:grpSpPr>
      <p:grpSp>
        <p:nvGrpSpPr>
          <p:cNvPr id="44" name="Google Shape;44;p4"/>
          <p:cNvGrpSpPr/>
          <p:nvPr/>
        </p:nvGrpSpPr>
        <p:grpSpPr>
          <a:xfrm>
            <a:off x="830392" y="1191256"/>
            <a:ext cx="745763" cy="45826"/>
            <a:chOff x="4580561" y="2589004"/>
            <a:chExt cx="1064464" cy="25200"/>
          </a:xfrm>
        </p:grpSpPr>
        <p:sp>
          <p:nvSpPr>
            <p:cNvPr id="45" name="Google Shape;45;p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p:txBody>
      </p:sp>
      <p:sp>
        <p:nvSpPr>
          <p:cNvPr id="48" name="Google Shape;48;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9" name="Shape 49"/>
        <p:cNvGrpSpPr/>
        <p:nvPr/>
      </p:nvGrpSpPr>
      <p:grpSpPr>
        <a:xfrm>
          <a:off x="0" y="0"/>
          <a:ext cx="0" cy="0"/>
          <a:chOff x="0" y="0"/>
          <a:chExt cx="0" cy="0"/>
        </a:xfrm>
      </p:grpSpPr>
      <p:sp>
        <p:nvSpPr>
          <p:cNvPr id="50" name="Google Shape;50;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 name="Google Shape;51;p5"/>
          <p:cNvGrpSpPr/>
          <p:nvPr/>
        </p:nvGrpSpPr>
        <p:grpSpPr>
          <a:xfrm>
            <a:off x="830392" y="1191256"/>
            <a:ext cx="745763" cy="45826"/>
            <a:chOff x="4580561" y="2589004"/>
            <a:chExt cx="1064464" cy="25200"/>
          </a:xfrm>
        </p:grpSpPr>
        <p:sp>
          <p:nvSpPr>
            <p:cNvPr id="52" name="Google Shape;52;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 name="Google Shape;54;p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55" name="Google Shape;55;p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6" name="Google Shape;56;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7" name="Shape 57"/>
        <p:cNvGrpSpPr/>
        <p:nvPr/>
      </p:nvGrpSpPr>
      <p:grpSpPr>
        <a:xfrm>
          <a:off x="0" y="0"/>
          <a:ext cx="0" cy="0"/>
          <a:chOff x="0" y="0"/>
          <a:chExt cx="0" cy="0"/>
        </a:xfrm>
      </p:grpSpPr>
      <p:sp>
        <p:nvSpPr>
          <p:cNvPr id="58" name="Google Shape;58;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 name="Google Shape;59;p6"/>
          <p:cNvGrpSpPr/>
          <p:nvPr/>
        </p:nvGrpSpPr>
        <p:grpSpPr>
          <a:xfrm>
            <a:off x="830392" y="1191256"/>
            <a:ext cx="745763" cy="45826"/>
            <a:chOff x="4580561" y="2589004"/>
            <a:chExt cx="1064464" cy="25200"/>
          </a:xfrm>
        </p:grpSpPr>
        <p:sp>
          <p:nvSpPr>
            <p:cNvPr id="60" name="Google Shape;60;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 name="Google Shape;62;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63" name="Google Shape;63;p6"/>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4" name="Google Shape;64;p6"/>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5" name="Google Shape;65;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 name="Google Shape;68;p7"/>
          <p:cNvGrpSpPr/>
          <p:nvPr/>
        </p:nvGrpSpPr>
        <p:grpSpPr>
          <a:xfrm>
            <a:off x="830392" y="1191256"/>
            <a:ext cx="745763" cy="45826"/>
            <a:chOff x="4580561" y="2589004"/>
            <a:chExt cx="1064464" cy="25200"/>
          </a:xfrm>
        </p:grpSpPr>
        <p:sp>
          <p:nvSpPr>
            <p:cNvPr id="69" name="Google Shape;69;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 name="Google Shape;71;p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72" name="Google Shape;72;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73" name="Shape 73"/>
        <p:cNvGrpSpPr/>
        <p:nvPr/>
      </p:nvGrpSpPr>
      <p:grpSpPr>
        <a:xfrm>
          <a:off x="0" y="0"/>
          <a:ext cx="0" cy="0"/>
          <a:chOff x="0" y="0"/>
          <a:chExt cx="0" cy="0"/>
        </a:xfrm>
      </p:grpSpPr>
      <p:sp>
        <p:nvSpPr>
          <p:cNvPr id="74" name="Google Shape;74;p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 name="Google Shape;78;p9"/>
          <p:cNvGrpSpPr/>
          <p:nvPr/>
        </p:nvGrpSpPr>
        <p:grpSpPr>
          <a:xfrm>
            <a:off x="830392" y="1191256"/>
            <a:ext cx="745763" cy="45826"/>
            <a:chOff x="4580561" y="2589004"/>
            <a:chExt cx="1064464" cy="25200"/>
          </a:xfrm>
        </p:grpSpPr>
        <p:sp>
          <p:nvSpPr>
            <p:cNvPr id="79" name="Google Shape;79;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82" name="Google Shape;82;p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83" name="Google Shape;83;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84" name="Shape 84"/>
        <p:cNvGrpSpPr/>
        <p:nvPr/>
      </p:nvGrpSpPr>
      <p:grpSpPr>
        <a:xfrm>
          <a:off x="0" y="0"/>
          <a:ext cx="0" cy="0"/>
          <a:chOff x="0" y="0"/>
          <a:chExt cx="0" cy="0"/>
        </a:xfrm>
      </p:grpSpPr>
      <p:grpSp>
        <p:nvGrpSpPr>
          <p:cNvPr id="85" name="Google Shape;85;p10"/>
          <p:cNvGrpSpPr/>
          <p:nvPr/>
        </p:nvGrpSpPr>
        <p:grpSpPr>
          <a:xfrm>
            <a:off x="830392" y="4169130"/>
            <a:ext cx="745763" cy="45826"/>
            <a:chOff x="4580561" y="2589004"/>
            <a:chExt cx="1064464" cy="25200"/>
          </a:xfrm>
        </p:grpSpPr>
        <p:sp>
          <p:nvSpPr>
            <p:cNvPr id="86" name="Google Shape;86;p1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1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p:txBody>
      </p:sp>
      <p:sp>
        <p:nvSpPr>
          <p:cNvPr id="89" name="Google Shape;89;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1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 name="Google Shape;92;p11"/>
          <p:cNvGrpSpPr/>
          <p:nvPr/>
        </p:nvGrpSpPr>
        <p:grpSpPr>
          <a:xfrm>
            <a:off x="830392" y="1191256"/>
            <a:ext cx="745763" cy="45826"/>
            <a:chOff x="4580561" y="2589004"/>
            <a:chExt cx="1064464" cy="25200"/>
          </a:xfrm>
        </p:grpSpPr>
        <p:sp>
          <p:nvSpPr>
            <p:cNvPr id="93" name="Google Shape;93;p1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1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96" name="Google Shape;96;p1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97" name="Google Shape;97;p1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
    <p:spTree>
      <p:nvGrpSpPr>
        <p:cNvPr id="99" name="Shape 99"/>
        <p:cNvGrpSpPr/>
        <p:nvPr/>
      </p:nvGrpSpPr>
      <p:grpSpPr>
        <a:xfrm>
          <a:off x="0" y="0"/>
          <a:ext cx="0" cy="0"/>
          <a:chOff x="0" y="0"/>
          <a:chExt cx="0" cy="0"/>
        </a:xfrm>
      </p:grpSpPr>
      <p:pic>
        <p:nvPicPr>
          <p:cNvPr descr="Side view of hands writing in a notebook at a cafe" id="100" name="Google Shape;100;p12"/>
          <p:cNvPicPr preferRelativeResize="0"/>
          <p:nvPr/>
        </p:nvPicPr>
        <p:blipFill rotWithShape="1">
          <a:blip r:embed="rId2">
            <a:alphaModFix/>
          </a:blip>
          <a:srcRect b="26447" l="9051" r="54351" t="12064"/>
          <a:stretch/>
        </p:blipFill>
        <p:spPr>
          <a:xfrm>
            <a:off x="1" y="-50"/>
            <a:ext cx="4572000" cy="5143501"/>
          </a:xfrm>
          <a:prstGeom prst="rect">
            <a:avLst/>
          </a:prstGeom>
          <a:noFill/>
          <a:ln>
            <a:noFill/>
          </a:ln>
        </p:spPr>
      </p:pic>
      <p:sp>
        <p:nvSpPr>
          <p:cNvPr id="101" name="Google Shape;101;p12"/>
          <p:cNvSpPr/>
          <p:nvPr/>
        </p:nvSpPr>
        <p:spPr>
          <a:xfrm>
            <a:off x="1650" y="0"/>
            <a:ext cx="4568700" cy="5143500"/>
          </a:xfrm>
          <a:prstGeom prst="rect">
            <a:avLst/>
          </a:prstGeom>
          <a:solidFill>
            <a:srgbClr val="178D7D">
              <a:alpha val="68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2"/>
          <p:cNvGrpSpPr/>
          <p:nvPr/>
        </p:nvGrpSpPr>
        <p:grpSpPr>
          <a:xfrm>
            <a:off x="830392" y="1191256"/>
            <a:ext cx="745763" cy="45826"/>
            <a:chOff x="4580561" y="2589004"/>
            <a:chExt cx="1064464" cy="25200"/>
          </a:xfrm>
        </p:grpSpPr>
        <p:sp>
          <p:nvSpPr>
            <p:cNvPr id="103" name="Google Shape;103;p12"/>
            <p:cNvSpPr/>
            <p:nvPr/>
          </p:nvSpPr>
          <p:spPr>
            <a:xfrm rot="-5400000">
              <a:off x="5366325" y="2335504"/>
              <a:ext cx="25200" cy="532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2"/>
            <p:cNvSpPr/>
            <p:nvPr/>
          </p:nvSpPr>
          <p:spPr>
            <a:xfrm rot="-5400000">
              <a:off x="4836311" y="2333254"/>
              <a:ext cx="25200" cy="536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2"/>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000"/>
              <a:buNone/>
              <a:defRPr sz="3000">
                <a:solidFill>
                  <a:srgbClr val="FFFFFF"/>
                </a:solidFill>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p:txBody>
      </p:sp>
      <p:sp>
        <p:nvSpPr>
          <p:cNvPr id="106" name="Google Shape;106;p12"/>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600"/>
              <a:buNone/>
              <a:defRPr sz="1600">
                <a:solidFill>
                  <a:srgbClr val="FFFFFF"/>
                </a:solidFill>
              </a:defRPr>
            </a:lvl2pPr>
            <a:lvl3pPr lvl="2" rtl="0">
              <a:lnSpc>
                <a:spcPct val="100000"/>
              </a:lnSpc>
              <a:spcBef>
                <a:spcPts val="0"/>
              </a:spcBef>
              <a:spcAft>
                <a:spcPts val="0"/>
              </a:spcAft>
              <a:buClr>
                <a:srgbClr val="FFFFFF"/>
              </a:buClr>
              <a:buSzPts val="1600"/>
              <a:buNone/>
              <a:defRPr sz="1600">
                <a:solidFill>
                  <a:srgbClr val="FFFFFF"/>
                </a:solidFill>
              </a:defRPr>
            </a:lvl3pPr>
            <a:lvl4pPr lvl="3" rtl="0">
              <a:lnSpc>
                <a:spcPct val="100000"/>
              </a:lnSpc>
              <a:spcBef>
                <a:spcPts val="0"/>
              </a:spcBef>
              <a:spcAft>
                <a:spcPts val="0"/>
              </a:spcAft>
              <a:buClr>
                <a:srgbClr val="FFFFFF"/>
              </a:buClr>
              <a:buSzPts val="1600"/>
              <a:buNone/>
              <a:defRPr sz="1600">
                <a:solidFill>
                  <a:srgbClr val="FFFFFF"/>
                </a:solidFill>
              </a:defRPr>
            </a:lvl4pPr>
            <a:lvl5pPr lvl="4" rtl="0">
              <a:lnSpc>
                <a:spcPct val="100000"/>
              </a:lnSpc>
              <a:spcBef>
                <a:spcPts val="0"/>
              </a:spcBef>
              <a:spcAft>
                <a:spcPts val="0"/>
              </a:spcAft>
              <a:buClr>
                <a:srgbClr val="FFFFFF"/>
              </a:buClr>
              <a:buSzPts val="1600"/>
              <a:buNone/>
              <a:defRPr sz="1600">
                <a:solidFill>
                  <a:srgbClr val="FFFFFF"/>
                </a:solidFill>
              </a:defRPr>
            </a:lvl5pPr>
            <a:lvl6pPr lvl="5" rtl="0">
              <a:lnSpc>
                <a:spcPct val="100000"/>
              </a:lnSpc>
              <a:spcBef>
                <a:spcPts val="0"/>
              </a:spcBef>
              <a:spcAft>
                <a:spcPts val="0"/>
              </a:spcAft>
              <a:buClr>
                <a:srgbClr val="FFFFFF"/>
              </a:buClr>
              <a:buSzPts val="1600"/>
              <a:buNone/>
              <a:defRPr sz="1600">
                <a:solidFill>
                  <a:srgbClr val="FFFFFF"/>
                </a:solidFill>
              </a:defRPr>
            </a:lvl6pPr>
            <a:lvl7pPr lvl="6" rtl="0">
              <a:lnSpc>
                <a:spcPct val="100000"/>
              </a:lnSpc>
              <a:spcBef>
                <a:spcPts val="0"/>
              </a:spcBef>
              <a:spcAft>
                <a:spcPts val="0"/>
              </a:spcAft>
              <a:buClr>
                <a:srgbClr val="FFFFFF"/>
              </a:buClr>
              <a:buSzPts val="1600"/>
              <a:buNone/>
              <a:defRPr sz="1600">
                <a:solidFill>
                  <a:srgbClr val="FFFFFF"/>
                </a:solidFill>
              </a:defRPr>
            </a:lvl7pPr>
            <a:lvl8pPr lvl="7" rtl="0">
              <a:lnSpc>
                <a:spcPct val="100000"/>
              </a:lnSpc>
              <a:spcBef>
                <a:spcPts val="0"/>
              </a:spcBef>
              <a:spcAft>
                <a:spcPts val="0"/>
              </a:spcAft>
              <a:buClr>
                <a:srgbClr val="FFFFFF"/>
              </a:buClr>
              <a:buSzPts val="1600"/>
              <a:buNone/>
              <a:defRPr sz="1600">
                <a:solidFill>
                  <a:srgbClr val="FFFFFF"/>
                </a:solidFill>
              </a:defRPr>
            </a:lvl8pPr>
            <a:lvl9pPr lvl="8" rtl="0">
              <a:lnSpc>
                <a:spcPct val="100000"/>
              </a:lnSpc>
              <a:spcBef>
                <a:spcPts val="0"/>
              </a:spcBef>
              <a:spcAft>
                <a:spcPts val="0"/>
              </a:spcAft>
              <a:buClr>
                <a:srgbClr val="FFFFFF"/>
              </a:buClr>
              <a:buSzPts val="1600"/>
              <a:buNone/>
              <a:defRPr sz="1600">
                <a:solidFill>
                  <a:srgbClr val="FFFFFF"/>
                </a:solidFill>
              </a:defRPr>
            </a:lvl9pPr>
          </a:lstStyle>
          <a:p/>
        </p:txBody>
      </p:sp>
      <p:sp>
        <p:nvSpPr>
          <p:cNvPr id="107" name="Google Shape;107;p12"/>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8" name="Google Shape;108;p12"/>
          <p:cNvSpPr txBox="1"/>
          <p:nvPr>
            <p:ph idx="12" type="sldNum"/>
          </p:nvPr>
        </p:nvSpPr>
        <p:spPr>
          <a:xfrm>
            <a:off x="8536300" y="4749850"/>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2">
  <p:cSld name="SECTION_TITLE_AND_DESCRIPTION_1_2">
    <p:spTree>
      <p:nvGrpSpPr>
        <p:cNvPr id="109" name="Shape 109"/>
        <p:cNvGrpSpPr/>
        <p:nvPr/>
      </p:nvGrpSpPr>
      <p:grpSpPr>
        <a:xfrm>
          <a:off x="0" y="0"/>
          <a:ext cx="0" cy="0"/>
          <a:chOff x="0" y="0"/>
          <a:chExt cx="0" cy="0"/>
        </a:xfrm>
      </p:grpSpPr>
      <p:pic>
        <p:nvPicPr>
          <p:cNvPr id="110" name="Google Shape;110;p13"/>
          <p:cNvPicPr preferRelativeResize="0"/>
          <p:nvPr/>
        </p:nvPicPr>
        <p:blipFill rotWithShape="1">
          <a:blip r:embed="rId2">
            <a:alphaModFix/>
          </a:blip>
          <a:srcRect b="0" l="31883" r="25713" t="8097"/>
          <a:stretch/>
        </p:blipFill>
        <p:spPr>
          <a:xfrm>
            <a:off x="0" y="0"/>
            <a:ext cx="4575250" cy="5143500"/>
          </a:xfrm>
          <a:prstGeom prst="rect">
            <a:avLst/>
          </a:prstGeom>
          <a:noFill/>
          <a:ln>
            <a:noFill/>
          </a:ln>
        </p:spPr>
      </p:pic>
      <p:sp>
        <p:nvSpPr>
          <p:cNvPr id="111" name="Google Shape;111;p13"/>
          <p:cNvSpPr/>
          <p:nvPr/>
        </p:nvSpPr>
        <p:spPr>
          <a:xfrm>
            <a:off x="-75" y="0"/>
            <a:ext cx="4572000" cy="5143500"/>
          </a:xfrm>
          <a:prstGeom prst="rect">
            <a:avLst/>
          </a:prstGeom>
          <a:solidFill>
            <a:srgbClr val="178D7D">
              <a:alpha val="68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 name="Google Shape;112;p13"/>
          <p:cNvGrpSpPr/>
          <p:nvPr/>
        </p:nvGrpSpPr>
        <p:grpSpPr>
          <a:xfrm>
            <a:off x="830392" y="1191256"/>
            <a:ext cx="745763" cy="45826"/>
            <a:chOff x="4580561" y="2589004"/>
            <a:chExt cx="1064464" cy="25200"/>
          </a:xfrm>
        </p:grpSpPr>
        <p:sp>
          <p:nvSpPr>
            <p:cNvPr id="113" name="Google Shape;113;p13"/>
            <p:cNvSpPr/>
            <p:nvPr/>
          </p:nvSpPr>
          <p:spPr>
            <a:xfrm rot="-5400000">
              <a:off x="5366325" y="2335504"/>
              <a:ext cx="25200" cy="532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3"/>
            <p:cNvSpPr/>
            <p:nvPr/>
          </p:nvSpPr>
          <p:spPr>
            <a:xfrm rot="-5400000">
              <a:off x="4836311" y="2333254"/>
              <a:ext cx="25200" cy="536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13"/>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000"/>
              <a:buNone/>
              <a:defRPr sz="3000">
                <a:solidFill>
                  <a:srgbClr val="FFFFFF"/>
                </a:solidFill>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p:txBody>
      </p:sp>
      <p:sp>
        <p:nvSpPr>
          <p:cNvPr id="116" name="Google Shape;116;p13"/>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600"/>
              <a:buNone/>
              <a:defRPr sz="1600">
                <a:solidFill>
                  <a:srgbClr val="FFFFFF"/>
                </a:solidFill>
              </a:defRPr>
            </a:lvl2pPr>
            <a:lvl3pPr lvl="2" rtl="0">
              <a:lnSpc>
                <a:spcPct val="100000"/>
              </a:lnSpc>
              <a:spcBef>
                <a:spcPts val="0"/>
              </a:spcBef>
              <a:spcAft>
                <a:spcPts val="0"/>
              </a:spcAft>
              <a:buClr>
                <a:srgbClr val="FFFFFF"/>
              </a:buClr>
              <a:buSzPts val="1600"/>
              <a:buNone/>
              <a:defRPr sz="1600">
                <a:solidFill>
                  <a:srgbClr val="FFFFFF"/>
                </a:solidFill>
              </a:defRPr>
            </a:lvl3pPr>
            <a:lvl4pPr lvl="3" rtl="0">
              <a:lnSpc>
                <a:spcPct val="100000"/>
              </a:lnSpc>
              <a:spcBef>
                <a:spcPts val="0"/>
              </a:spcBef>
              <a:spcAft>
                <a:spcPts val="0"/>
              </a:spcAft>
              <a:buClr>
                <a:srgbClr val="FFFFFF"/>
              </a:buClr>
              <a:buSzPts val="1600"/>
              <a:buNone/>
              <a:defRPr sz="1600">
                <a:solidFill>
                  <a:srgbClr val="FFFFFF"/>
                </a:solidFill>
              </a:defRPr>
            </a:lvl4pPr>
            <a:lvl5pPr lvl="4" rtl="0">
              <a:lnSpc>
                <a:spcPct val="100000"/>
              </a:lnSpc>
              <a:spcBef>
                <a:spcPts val="0"/>
              </a:spcBef>
              <a:spcAft>
                <a:spcPts val="0"/>
              </a:spcAft>
              <a:buClr>
                <a:srgbClr val="FFFFFF"/>
              </a:buClr>
              <a:buSzPts val="1600"/>
              <a:buNone/>
              <a:defRPr sz="1600">
                <a:solidFill>
                  <a:srgbClr val="FFFFFF"/>
                </a:solidFill>
              </a:defRPr>
            </a:lvl5pPr>
            <a:lvl6pPr lvl="5" rtl="0">
              <a:lnSpc>
                <a:spcPct val="100000"/>
              </a:lnSpc>
              <a:spcBef>
                <a:spcPts val="0"/>
              </a:spcBef>
              <a:spcAft>
                <a:spcPts val="0"/>
              </a:spcAft>
              <a:buClr>
                <a:srgbClr val="FFFFFF"/>
              </a:buClr>
              <a:buSzPts val="1600"/>
              <a:buNone/>
              <a:defRPr sz="1600">
                <a:solidFill>
                  <a:srgbClr val="FFFFFF"/>
                </a:solidFill>
              </a:defRPr>
            </a:lvl6pPr>
            <a:lvl7pPr lvl="6" rtl="0">
              <a:lnSpc>
                <a:spcPct val="100000"/>
              </a:lnSpc>
              <a:spcBef>
                <a:spcPts val="0"/>
              </a:spcBef>
              <a:spcAft>
                <a:spcPts val="0"/>
              </a:spcAft>
              <a:buClr>
                <a:srgbClr val="FFFFFF"/>
              </a:buClr>
              <a:buSzPts val="1600"/>
              <a:buNone/>
              <a:defRPr sz="1600">
                <a:solidFill>
                  <a:srgbClr val="FFFFFF"/>
                </a:solidFill>
              </a:defRPr>
            </a:lvl7pPr>
            <a:lvl8pPr lvl="7" rtl="0">
              <a:lnSpc>
                <a:spcPct val="100000"/>
              </a:lnSpc>
              <a:spcBef>
                <a:spcPts val="0"/>
              </a:spcBef>
              <a:spcAft>
                <a:spcPts val="0"/>
              </a:spcAft>
              <a:buClr>
                <a:srgbClr val="FFFFFF"/>
              </a:buClr>
              <a:buSzPts val="1600"/>
              <a:buNone/>
              <a:defRPr sz="1600">
                <a:solidFill>
                  <a:srgbClr val="FFFFFF"/>
                </a:solidFill>
              </a:defRPr>
            </a:lvl8pPr>
            <a:lvl9pPr lvl="8" rtl="0">
              <a:lnSpc>
                <a:spcPct val="100000"/>
              </a:lnSpc>
              <a:spcBef>
                <a:spcPts val="0"/>
              </a:spcBef>
              <a:spcAft>
                <a:spcPts val="0"/>
              </a:spcAft>
              <a:buClr>
                <a:srgbClr val="FFFFFF"/>
              </a:buClr>
              <a:buSzPts val="1600"/>
              <a:buNone/>
              <a:defRPr sz="1600">
                <a:solidFill>
                  <a:srgbClr val="FFFFFF"/>
                </a:solidFill>
              </a:defRPr>
            </a:lvl9pPr>
          </a:lstStyle>
          <a:p/>
        </p:txBody>
      </p:sp>
      <p:sp>
        <p:nvSpPr>
          <p:cNvPr id="117" name="Google Shape;117;p13"/>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8" name="Google Shape;118;p1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9" name="Shape 119"/>
        <p:cNvGrpSpPr/>
        <p:nvPr/>
      </p:nvGrpSpPr>
      <p:grpSpPr>
        <a:xfrm>
          <a:off x="0" y="0"/>
          <a:ext cx="0" cy="0"/>
          <a:chOff x="0" y="0"/>
          <a:chExt cx="0" cy="0"/>
        </a:xfrm>
      </p:grpSpPr>
      <p:sp>
        <p:nvSpPr>
          <p:cNvPr id="120" name="Google Shape;120;p14"/>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21" name="Google Shape;121;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22" name="Shape 122"/>
        <p:cNvGrpSpPr/>
        <p:nvPr/>
      </p:nvGrpSpPr>
      <p:grpSpPr>
        <a:xfrm>
          <a:off x="0" y="0"/>
          <a:ext cx="0" cy="0"/>
          <a:chOff x="0" y="0"/>
          <a:chExt cx="0" cy="0"/>
        </a:xfrm>
      </p:grpSpPr>
      <p:grpSp>
        <p:nvGrpSpPr>
          <p:cNvPr id="123" name="Google Shape;123;p15"/>
          <p:cNvGrpSpPr/>
          <p:nvPr/>
        </p:nvGrpSpPr>
        <p:grpSpPr>
          <a:xfrm>
            <a:off x="830392" y="4169130"/>
            <a:ext cx="745763" cy="45826"/>
            <a:chOff x="4580561" y="2589004"/>
            <a:chExt cx="1064464" cy="25200"/>
          </a:xfrm>
        </p:grpSpPr>
        <p:sp>
          <p:nvSpPr>
            <p:cNvPr id="124" name="Google Shape;124;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 name="Google Shape;126;p15"/>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27" name="Google Shape;127;p15"/>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128" name="Google Shape;128;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7"/>
          <p:cNvSpPr txBox="1"/>
          <p:nvPr>
            <p:ph type="ctrTitle"/>
          </p:nvPr>
        </p:nvSpPr>
        <p:spPr>
          <a:xfrm>
            <a:off x="729450" y="1322450"/>
            <a:ext cx="6509700" cy="144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Id: H26EDU10</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6" name="Google Shape;136;p17"/>
          <p:cNvSpPr txBox="1"/>
          <p:nvPr>
            <p:ph idx="1" type="subTitle"/>
          </p:nvPr>
        </p:nvSpPr>
        <p:spPr>
          <a:xfrm>
            <a:off x="729450" y="2309850"/>
            <a:ext cx="7883400" cy="107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Project Title </a:t>
            </a:r>
            <a:r>
              <a:rPr lang="en" sz="1800"/>
              <a:t>- VerifyEdu</a:t>
            </a:r>
            <a:endParaRPr sz="1800"/>
          </a:p>
          <a:p>
            <a:pPr indent="0" lvl="0" marL="0" rtl="0" algn="l">
              <a:spcBef>
                <a:spcPts val="0"/>
              </a:spcBef>
              <a:spcAft>
                <a:spcPts val="0"/>
              </a:spcAft>
              <a:buNone/>
            </a:pPr>
            <a:r>
              <a:rPr b="1" lang="en" sz="1800"/>
              <a:t>Team Lead Name </a:t>
            </a:r>
            <a:r>
              <a:rPr lang="en" sz="1800"/>
              <a:t>- Mustafa Sethjiwala</a:t>
            </a:r>
            <a:endParaRPr sz="1800"/>
          </a:p>
          <a:p>
            <a:pPr indent="0" lvl="0" marL="0" rtl="0" algn="l">
              <a:spcBef>
                <a:spcPts val="0"/>
              </a:spcBef>
              <a:spcAft>
                <a:spcPts val="0"/>
              </a:spcAft>
              <a:buNone/>
            </a:pPr>
            <a:r>
              <a:rPr b="1" lang="en" sz="1800"/>
              <a:t>Team Members Name </a:t>
            </a:r>
            <a:r>
              <a:rPr lang="en" sz="1800"/>
              <a:t>- Subham Kumar Gupta, Sneha Arya</a:t>
            </a:r>
            <a:endParaRPr sz="1800"/>
          </a:p>
          <a:p>
            <a:pPr indent="0" lvl="0" marL="0" rtl="0" algn="l">
              <a:spcBef>
                <a:spcPts val="0"/>
              </a:spcBef>
              <a:spcAft>
                <a:spcPts val="0"/>
              </a:spcAft>
              <a:buNone/>
            </a:pPr>
            <a:r>
              <a:rPr b="1" lang="en" sz="1800"/>
              <a:t>College Name</a:t>
            </a:r>
            <a:r>
              <a:rPr lang="en" sz="1800"/>
              <a:t> - National Institute of Technology, Tiruchirappalli</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0" name="Shape 140"/>
        <p:cNvGrpSpPr/>
        <p:nvPr/>
      </p:nvGrpSpPr>
      <p:grpSpPr>
        <a:xfrm>
          <a:off x="0" y="0"/>
          <a:ext cx="0" cy="0"/>
          <a:chOff x="0" y="0"/>
          <a:chExt cx="0" cy="0"/>
        </a:xfrm>
      </p:grpSpPr>
      <p:sp>
        <p:nvSpPr>
          <p:cNvPr id="141" name="Google Shape;141;p18"/>
          <p:cNvSpPr txBox="1"/>
          <p:nvPr>
            <p:ph type="title"/>
          </p:nvPr>
        </p:nvSpPr>
        <p:spPr>
          <a:xfrm>
            <a:off x="727800" y="115280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D966"/>
                </a:solidFill>
              </a:rPr>
              <a:t>Problem Statement</a:t>
            </a:r>
            <a:endParaRPr>
              <a:solidFill>
                <a:srgbClr val="FFD966"/>
              </a:solidFill>
            </a:endParaRPr>
          </a:p>
          <a:p>
            <a:pPr indent="0" lvl="0" marL="0" rtl="0" algn="l">
              <a:spcBef>
                <a:spcPts val="0"/>
              </a:spcBef>
              <a:spcAft>
                <a:spcPts val="0"/>
              </a:spcAft>
              <a:buNone/>
            </a:pPr>
            <a:r>
              <a:rPr lang="en" sz="1600"/>
              <a:t>Students can use AI tools to do their assignments without having any real knowledge of the subject. There is no way to check whether the student has really learned the concepts.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solidFill>
                <a:srgbClr val="FFD966"/>
              </a:solidFill>
            </a:endParaRPr>
          </a:p>
          <a:p>
            <a:pPr indent="0" lvl="0" marL="0" rtl="0" algn="l">
              <a:spcBef>
                <a:spcPts val="0"/>
              </a:spcBef>
              <a:spcAft>
                <a:spcPts val="0"/>
              </a:spcAft>
              <a:buNone/>
            </a:pPr>
            <a:r>
              <a:rPr lang="en" sz="1600">
                <a:solidFill>
                  <a:srgbClr val="FFD966"/>
                </a:solidFill>
              </a:rPr>
              <a:t>Objective of our solution</a:t>
            </a:r>
            <a:endParaRPr sz="1600">
              <a:solidFill>
                <a:srgbClr val="FFD966"/>
              </a:solidFill>
            </a:endParaRPr>
          </a:p>
          <a:p>
            <a:pPr indent="-330200" lvl="0" marL="457200" rtl="0" algn="l">
              <a:spcBef>
                <a:spcPts val="0"/>
              </a:spcBef>
              <a:spcAft>
                <a:spcPts val="0"/>
              </a:spcAft>
              <a:buSzPts val="1600"/>
              <a:buChar char="●"/>
            </a:pPr>
            <a:r>
              <a:rPr lang="en" sz="1600"/>
              <a:t>Verify genuine student understanding, not just detect AI-generated text</a:t>
            </a:r>
            <a:endParaRPr sz="1600"/>
          </a:p>
          <a:p>
            <a:pPr indent="-330200" lvl="0" marL="457200" rtl="0" algn="l">
              <a:spcBef>
                <a:spcPts val="0"/>
              </a:spcBef>
              <a:spcAft>
                <a:spcPts val="0"/>
              </a:spcAft>
              <a:buSzPts val="1600"/>
              <a:buChar char="●"/>
            </a:pPr>
            <a:r>
              <a:rPr lang="en" sz="1600"/>
              <a:t>Generate assignment-specific quizzes automatically using AI.</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Existing solutions</a:t>
            </a:r>
            <a:endParaRPr sz="3000"/>
          </a:p>
        </p:txBody>
      </p:sp>
      <p:sp>
        <p:nvSpPr>
          <p:cNvPr id="147" name="Google Shape;147;p19"/>
          <p:cNvSpPr txBox="1"/>
          <p:nvPr>
            <p:ph idx="2" type="body"/>
          </p:nvPr>
        </p:nvSpPr>
        <p:spPr>
          <a:xfrm>
            <a:off x="5243750" y="336275"/>
            <a:ext cx="3374400" cy="419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rPr>
              <a:t>Turnitin </a:t>
            </a:r>
            <a:endParaRPr b="1" sz="1600">
              <a:solidFill>
                <a:schemeClr val="dk1"/>
              </a:solidFill>
            </a:endParaRPr>
          </a:p>
          <a:p>
            <a:pPr indent="0" lvl="0" marL="0" rtl="0" algn="l">
              <a:spcBef>
                <a:spcPts val="1000"/>
              </a:spcBef>
              <a:spcAft>
                <a:spcPts val="0"/>
              </a:spcAft>
              <a:buNone/>
            </a:pPr>
            <a:r>
              <a:rPr lang="en"/>
              <a:t>A tool that schools and colleges used to check student writing for plagiarism, text </a:t>
            </a:r>
            <a:r>
              <a:rPr lang="en"/>
              <a:t>matching, and AI generate content.</a:t>
            </a:r>
            <a:endParaRPr/>
          </a:p>
          <a:p>
            <a:pPr indent="0" lvl="0" marL="0" rtl="0" algn="l">
              <a:spcBef>
                <a:spcPts val="1000"/>
              </a:spcBef>
              <a:spcAft>
                <a:spcPts val="0"/>
              </a:spcAft>
              <a:buNone/>
            </a:pPr>
            <a:r>
              <a:t/>
            </a:r>
            <a:endParaRPr b="1" sz="1600">
              <a:solidFill>
                <a:schemeClr val="dk1"/>
              </a:solidFill>
            </a:endParaRPr>
          </a:p>
          <a:p>
            <a:pPr indent="0" lvl="0" marL="0" rtl="0" algn="l">
              <a:spcBef>
                <a:spcPts val="1000"/>
              </a:spcBef>
              <a:spcAft>
                <a:spcPts val="0"/>
              </a:spcAft>
              <a:buNone/>
            </a:pPr>
            <a:r>
              <a:rPr b="1" lang="en" sz="1600">
                <a:solidFill>
                  <a:schemeClr val="dk1"/>
                </a:solidFill>
              </a:rPr>
              <a:t>GPTZero</a:t>
            </a:r>
            <a:r>
              <a:rPr b="1" lang="en" sz="1600">
                <a:solidFill>
                  <a:schemeClr val="dk1"/>
                </a:solidFill>
              </a:rPr>
              <a:t> </a:t>
            </a:r>
            <a:endParaRPr b="1" sz="1600">
              <a:solidFill>
                <a:schemeClr val="dk1"/>
              </a:solidFill>
            </a:endParaRPr>
          </a:p>
          <a:p>
            <a:pPr indent="0" lvl="0" marL="0" rtl="0" algn="l">
              <a:spcBef>
                <a:spcPts val="1000"/>
              </a:spcBef>
              <a:spcAft>
                <a:spcPts val="0"/>
              </a:spcAft>
              <a:buNone/>
            </a:pPr>
            <a:r>
              <a:rPr lang="en"/>
              <a:t>Online AI detection tool that tells whether a document or text was written by a human or generated by a large language model</a:t>
            </a:r>
            <a:endParaRPr/>
          </a:p>
          <a:p>
            <a:pPr indent="0" lvl="0" marL="0" rtl="0" algn="l">
              <a:spcBef>
                <a:spcPts val="1000"/>
              </a:spcBef>
              <a:spcAft>
                <a:spcPts val="0"/>
              </a:spcAft>
              <a:buNone/>
            </a:pPr>
            <a:r>
              <a:t/>
            </a:r>
            <a:endParaRPr b="1" sz="1600">
              <a:solidFill>
                <a:schemeClr val="dk1"/>
              </a:solidFill>
            </a:endParaRPr>
          </a:p>
          <a:p>
            <a:pPr indent="0" lvl="0" marL="0" rtl="0" algn="l">
              <a:spcBef>
                <a:spcPts val="1000"/>
              </a:spcBef>
              <a:spcAft>
                <a:spcPts val="0"/>
              </a:spcAft>
              <a:buNone/>
            </a:pPr>
            <a:r>
              <a:rPr b="1" lang="en" sz="1600">
                <a:solidFill>
                  <a:schemeClr val="dk1"/>
                </a:solidFill>
              </a:rPr>
              <a:t>Copyleaks </a:t>
            </a:r>
            <a:endParaRPr b="1" sz="1600">
              <a:solidFill>
                <a:schemeClr val="dk1"/>
              </a:solidFill>
            </a:endParaRPr>
          </a:p>
          <a:p>
            <a:pPr indent="0" lvl="0" marL="0" rtl="0" algn="l">
              <a:spcBef>
                <a:spcPts val="1000"/>
              </a:spcBef>
              <a:spcAft>
                <a:spcPts val="1000"/>
              </a:spcAft>
              <a:buNone/>
            </a:pPr>
            <a:r>
              <a:rPr lang="en"/>
              <a:t>AI-powered software used to detect plagiarism, check for AI-generated text, and verify content authenticity.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0"/>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Identified Gaps</a:t>
            </a:r>
            <a:endParaRPr b="0" sz="3000"/>
          </a:p>
        </p:txBody>
      </p:sp>
      <p:sp>
        <p:nvSpPr>
          <p:cNvPr id="153" name="Google Shape;153;p20"/>
          <p:cNvSpPr txBox="1"/>
          <p:nvPr>
            <p:ph idx="2" type="body"/>
          </p:nvPr>
        </p:nvSpPr>
        <p:spPr>
          <a:xfrm>
            <a:off x="730000" y="2021775"/>
            <a:ext cx="3374400" cy="136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rPr>
              <a:t>Detection != Comprehension</a:t>
            </a:r>
            <a:r>
              <a:rPr b="1" lang="en" sz="1600">
                <a:solidFill>
                  <a:schemeClr val="dk1"/>
                </a:solidFill>
              </a:rPr>
              <a:t> </a:t>
            </a:r>
            <a:endParaRPr b="1" sz="1600">
              <a:solidFill>
                <a:schemeClr val="dk1"/>
              </a:solidFill>
            </a:endParaRPr>
          </a:p>
          <a:p>
            <a:pPr indent="0" lvl="0" marL="0" rtl="0" algn="l">
              <a:spcBef>
                <a:spcPts val="1000"/>
              </a:spcBef>
              <a:spcAft>
                <a:spcPts val="1000"/>
              </a:spcAft>
              <a:buNone/>
            </a:pPr>
            <a:r>
              <a:rPr lang="en"/>
              <a:t>All existing tools answer “was this written by AI?” not “does the student understands what they submitted?”, which is more </a:t>
            </a:r>
            <a:r>
              <a:rPr lang="en"/>
              <a:t>important</a:t>
            </a:r>
            <a:r>
              <a:rPr lang="en"/>
              <a:t>.</a:t>
            </a:r>
            <a:endParaRPr/>
          </a:p>
        </p:txBody>
      </p:sp>
      <p:sp>
        <p:nvSpPr>
          <p:cNvPr id="154" name="Google Shape;154;p20"/>
          <p:cNvSpPr txBox="1"/>
          <p:nvPr>
            <p:ph idx="2" type="body"/>
          </p:nvPr>
        </p:nvSpPr>
        <p:spPr>
          <a:xfrm>
            <a:off x="730000" y="3582275"/>
            <a:ext cx="3374400" cy="136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rPr>
              <a:t>Detectors are somewhat beatable</a:t>
            </a:r>
            <a:endParaRPr b="1" sz="1600">
              <a:solidFill>
                <a:schemeClr val="dk1"/>
              </a:solidFill>
            </a:endParaRPr>
          </a:p>
          <a:p>
            <a:pPr indent="0" lvl="0" marL="0" rtl="0" algn="l">
              <a:spcBef>
                <a:spcPts val="1000"/>
              </a:spcBef>
              <a:spcAft>
                <a:spcPts val="1000"/>
              </a:spcAft>
              <a:buNone/>
            </a:pPr>
            <a:r>
              <a:rPr lang="en"/>
              <a:t>In </a:t>
            </a:r>
            <a:r>
              <a:rPr lang="en"/>
              <a:t>controlled</a:t>
            </a:r>
            <a:r>
              <a:rPr lang="en"/>
              <a:t> testing, every major detector returned less percentage of AI score. </a:t>
            </a:r>
            <a:endParaRPr/>
          </a:p>
        </p:txBody>
      </p:sp>
      <p:sp>
        <p:nvSpPr>
          <p:cNvPr id="155" name="Google Shape;155;p20"/>
          <p:cNvSpPr txBox="1"/>
          <p:nvPr>
            <p:ph idx="2" type="body"/>
          </p:nvPr>
        </p:nvSpPr>
        <p:spPr>
          <a:xfrm>
            <a:off x="5034150" y="704250"/>
            <a:ext cx="3374400" cy="186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rPr>
              <a:t>High false positives penalize genuine students</a:t>
            </a:r>
            <a:endParaRPr b="1" sz="1600">
              <a:solidFill>
                <a:schemeClr val="dk1"/>
              </a:solidFill>
            </a:endParaRPr>
          </a:p>
          <a:p>
            <a:pPr indent="0" lvl="0" marL="0" rtl="0" algn="l">
              <a:spcBef>
                <a:spcPts val="1000"/>
              </a:spcBef>
              <a:spcAft>
                <a:spcPts val="1000"/>
              </a:spcAft>
              <a:buNone/>
            </a:pPr>
            <a:r>
              <a:rPr lang="en"/>
              <a:t>Turnitin sometimes give high percentage of similarity score as all the </a:t>
            </a:r>
            <a:r>
              <a:rPr lang="en"/>
              <a:t>students</a:t>
            </a:r>
            <a:r>
              <a:rPr lang="en"/>
              <a:t> submit solutions to the same problem, a lot of their text matches with each other.</a:t>
            </a:r>
            <a:endParaRPr/>
          </a:p>
        </p:txBody>
      </p:sp>
      <p:sp>
        <p:nvSpPr>
          <p:cNvPr id="156" name="Google Shape;156;p20"/>
          <p:cNvSpPr txBox="1"/>
          <p:nvPr>
            <p:ph idx="2" type="body"/>
          </p:nvPr>
        </p:nvSpPr>
        <p:spPr>
          <a:xfrm>
            <a:off x="5097250" y="2821175"/>
            <a:ext cx="3374400" cy="186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rPr>
              <a:t>Teacher’s dilemma</a:t>
            </a:r>
            <a:endParaRPr b="1" sz="1600">
              <a:solidFill>
                <a:schemeClr val="dk1"/>
              </a:solidFill>
            </a:endParaRPr>
          </a:p>
          <a:p>
            <a:pPr indent="0" lvl="0" marL="0" rtl="0" algn="l">
              <a:spcBef>
                <a:spcPts val="1000"/>
              </a:spcBef>
              <a:spcAft>
                <a:spcPts val="1000"/>
              </a:spcAft>
              <a:buNone/>
            </a:pPr>
            <a:r>
              <a:rPr lang="en"/>
              <a:t>Existing tools output a probability score, not a diagnostic. Teachers get a flag, but no way to verify actual understanding.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sp>
        <p:nvSpPr>
          <p:cNvPr id="161" name="Google Shape;161;p21"/>
          <p:cNvSpPr txBox="1"/>
          <p:nvPr>
            <p:ph type="title"/>
          </p:nvPr>
        </p:nvSpPr>
        <p:spPr>
          <a:xfrm>
            <a:off x="98600" y="41450"/>
            <a:ext cx="1959300" cy="117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Block </a:t>
            </a:r>
            <a:endParaRPr>
              <a:solidFill>
                <a:schemeClr val="dk1"/>
              </a:solidFill>
            </a:endParaRPr>
          </a:p>
          <a:p>
            <a:pPr indent="0" lvl="0" marL="0" rtl="0" algn="l">
              <a:spcBef>
                <a:spcPts val="0"/>
              </a:spcBef>
              <a:spcAft>
                <a:spcPts val="0"/>
              </a:spcAft>
              <a:buNone/>
            </a:pPr>
            <a:r>
              <a:rPr lang="en">
                <a:solidFill>
                  <a:schemeClr val="dk1"/>
                </a:solidFill>
              </a:rPr>
              <a:t>diagram</a:t>
            </a:r>
            <a:endParaRPr b="0">
              <a:solidFill>
                <a:schemeClr val="dk1"/>
              </a:solidFill>
            </a:endParaRPr>
          </a:p>
        </p:txBody>
      </p:sp>
      <p:pic>
        <p:nvPicPr>
          <p:cNvPr id="162" name="Google Shape;162;p21" title="Screenshot 2026-08-01 at 1.19.20 PM.png"/>
          <p:cNvPicPr preferRelativeResize="0"/>
          <p:nvPr/>
        </p:nvPicPr>
        <p:blipFill>
          <a:blip r:embed="rId3">
            <a:alphaModFix/>
          </a:blip>
          <a:stretch>
            <a:fillRect/>
          </a:stretch>
        </p:blipFill>
        <p:spPr>
          <a:xfrm>
            <a:off x="1852583" y="240450"/>
            <a:ext cx="7119316" cy="46625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2"/>
          <p:cNvSpPr txBox="1"/>
          <p:nvPr>
            <p:ph type="title"/>
          </p:nvPr>
        </p:nvSpPr>
        <p:spPr>
          <a:xfrm>
            <a:off x="0" y="0"/>
            <a:ext cx="7688400" cy="80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Implement Progress</a:t>
            </a:r>
            <a:endParaRPr/>
          </a:p>
        </p:txBody>
      </p:sp>
      <p:pic>
        <p:nvPicPr>
          <p:cNvPr id="168" name="Google Shape;168;p22" title="Screenshot 2026-07-31 at 3.23.25 PM.png"/>
          <p:cNvPicPr preferRelativeResize="0"/>
          <p:nvPr/>
        </p:nvPicPr>
        <p:blipFill>
          <a:blip r:embed="rId3">
            <a:alphaModFix/>
          </a:blip>
          <a:stretch>
            <a:fillRect/>
          </a:stretch>
        </p:blipFill>
        <p:spPr>
          <a:xfrm>
            <a:off x="37825" y="803700"/>
            <a:ext cx="3498327" cy="1888950"/>
          </a:xfrm>
          <a:prstGeom prst="rect">
            <a:avLst/>
          </a:prstGeom>
          <a:noFill/>
          <a:ln>
            <a:noFill/>
          </a:ln>
        </p:spPr>
      </p:pic>
      <p:pic>
        <p:nvPicPr>
          <p:cNvPr id="169" name="Google Shape;169;p22" title="Screenshot 2026-07-31 at 3.23.40 PM.png"/>
          <p:cNvPicPr preferRelativeResize="0"/>
          <p:nvPr/>
        </p:nvPicPr>
        <p:blipFill>
          <a:blip r:embed="rId4">
            <a:alphaModFix/>
          </a:blip>
          <a:stretch>
            <a:fillRect/>
          </a:stretch>
        </p:blipFill>
        <p:spPr>
          <a:xfrm>
            <a:off x="5389325" y="803725"/>
            <a:ext cx="3716849" cy="1888925"/>
          </a:xfrm>
          <a:prstGeom prst="rect">
            <a:avLst/>
          </a:prstGeom>
          <a:noFill/>
          <a:ln>
            <a:noFill/>
          </a:ln>
        </p:spPr>
      </p:pic>
      <p:pic>
        <p:nvPicPr>
          <p:cNvPr id="170" name="Google Shape;170;p22" title="Screenshot 2026-07-31 at 3.24.10 PM.png"/>
          <p:cNvPicPr preferRelativeResize="0"/>
          <p:nvPr/>
        </p:nvPicPr>
        <p:blipFill>
          <a:blip r:embed="rId5">
            <a:alphaModFix/>
          </a:blip>
          <a:stretch>
            <a:fillRect/>
          </a:stretch>
        </p:blipFill>
        <p:spPr>
          <a:xfrm>
            <a:off x="0" y="3032700"/>
            <a:ext cx="3536148" cy="2071850"/>
          </a:xfrm>
          <a:prstGeom prst="rect">
            <a:avLst/>
          </a:prstGeom>
          <a:noFill/>
          <a:ln>
            <a:noFill/>
          </a:ln>
        </p:spPr>
      </p:pic>
      <p:pic>
        <p:nvPicPr>
          <p:cNvPr id="171" name="Google Shape;171;p22" title="Screenshot 2026-07-31 at 3.24.30 PM.png"/>
          <p:cNvPicPr preferRelativeResize="0"/>
          <p:nvPr/>
        </p:nvPicPr>
        <p:blipFill>
          <a:blip r:embed="rId6">
            <a:alphaModFix/>
          </a:blip>
          <a:stretch>
            <a:fillRect/>
          </a:stretch>
        </p:blipFill>
        <p:spPr>
          <a:xfrm>
            <a:off x="5389325" y="3032700"/>
            <a:ext cx="3754675" cy="2071850"/>
          </a:xfrm>
          <a:prstGeom prst="rect">
            <a:avLst/>
          </a:prstGeom>
          <a:noFill/>
          <a:ln>
            <a:noFill/>
          </a:ln>
        </p:spPr>
      </p:pic>
      <p:sp>
        <p:nvSpPr>
          <p:cNvPr id="172" name="Google Shape;172;p22"/>
          <p:cNvSpPr txBox="1"/>
          <p:nvPr/>
        </p:nvSpPr>
        <p:spPr>
          <a:xfrm>
            <a:off x="3668525" y="1777525"/>
            <a:ext cx="1583700" cy="20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API </a:t>
            </a:r>
            <a:r>
              <a:rPr b="1" lang="en" sz="1300">
                <a:solidFill>
                  <a:schemeClr val="lt1"/>
                </a:solidFill>
                <a:latin typeface="Lato"/>
                <a:ea typeface="Lato"/>
                <a:cs typeface="Lato"/>
                <a:sym typeface="Lato"/>
              </a:rPr>
              <a:t>generation</a:t>
            </a:r>
            <a:r>
              <a:rPr b="1" lang="en" sz="1300">
                <a:solidFill>
                  <a:schemeClr val="lt1"/>
                </a:solidFill>
                <a:latin typeface="Lato"/>
                <a:ea typeface="Lato"/>
                <a:cs typeface="Lato"/>
                <a:sym typeface="Lato"/>
              </a:rPr>
              <a:t>  in JSON formate</a:t>
            </a:r>
            <a:r>
              <a:rPr lang="en" sz="1300">
                <a:solidFill>
                  <a:schemeClr val="lt1"/>
                </a:solidFill>
                <a:latin typeface="Lato"/>
                <a:ea typeface="Lato"/>
                <a:cs typeface="Lato"/>
                <a:sym typeface="Lato"/>
              </a:rPr>
              <a:t> </a:t>
            </a:r>
            <a:br>
              <a:rPr lang="en" sz="1300">
                <a:solidFill>
                  <a:schemeClr val="lt1"/>
                </a:solidFill>
                <a:latin typeface="Lato"/>
                <a:ea typeface="Lato"/>
                <a:cs typeface="Lato"/>
                <a:sym typeface="Lato"/>
              </a:rPr>
            </a:br>
            <a:br>
              <a:rPr lang="en" sz="1300">
                <a:solidFill>
                  <a:schemeClr val="lt1"/>
                </a:solidFill>
                <a:latin typeface="Lato"/>
                <a:ea typeface="Lato"/>
                <a:cs typeface="Lato"/>
                <a:sym typeface="Lato"/>
              </a:rPr>
            </a:br>
            <a:r>
              <a:rPr lang="en" sz="1300">
                <a:solidFill>
                  <a:schemeClr val="lt1"/>
                </a:solidFill>
                <a:latin typeface="Lato"/>
                <a:ea typeface="Lato"/>
                <a:cs typeface="Lato"/>
                <a:sym typeface="Lato"/>
              </a:rPr>
              <a:t>Document id </a:t>
            </a:r>
            <a:endParaRPr sz="1300">
              <a:solidFill>
                <a:schemeClr val="lt1"/>
              </a:solidFill>
              <a:latin typeface="Lato"/>
              <a:ea typeface="Lato"/>
              <a:cs typeface="Lato"/>
              <a:sym typeface="Lato"/>
            </a:endParaRPr>
          </a:p>
          <a:p>
            <a:pPr indent="0" lvl="0" marL="0" rtl="0" algn="l">
              <a:spcBef>
                <a:spcPts val="0"/>
              </a:spcBef>
              <a:spcAft>
                <a:spcPts val="0"/>
              </a:spcAft>
              <a:buNone/>
            </a:pPr>
            <a:r>
              <a:rPr lang="en" sz="1300">
                <a:solidFill>
                  <a:schemeClr val="lt1"/>
                </a:solidFill>
                <a:latin typeface="Lato"/>
                <a:ea typeface="Lato"/>
                <a:cs typeface="Lato"/>
                <a:sym typeface="Lato"/>
              </a:rPr>
              <a:t>Questions</a:t>
            </a:r>
            <a:endParaRPr sz="1300">
              <a:solidFill>
                <a:schemeClr val="lt1"/>
              </a:solidFill>
              <a:latin typeface="Lato"/>
              <a:ea typeface="Lato"/>
              <a:cs typeface="Lato"/>
              <a:sym typeface="Lato"/>
            </a:endParaRPr>
          </a:p>
          <a:p>
            <a:pPr indent="0" lvl="0" marL="0" rtl="0" algn="l">
              <a:spcBef>
                <a:spcPts val="0"/>
              </a:spcBef>
              <a:spcAft>
                <a:spcPts val="0"/>
              </a:spcAft>
              <a:buNone/>
            </a:pPr>
            <a:r>
              <a:rPr lang="en" sz="1300">
                <a:solidFill>
                  <a:schemeClr val="lt1"/>
                </a:solidFill>
                <a:latin typeface="Lato"/>
                <a:ea typeface="Lato"/>
                <a:cs typeface="Lato"/>
                <a:sym typeface="Lato"/>
              </a:rPr>
              <a:t>Question ans</a:t>
            </a:r>
            <a:endParaRPr sz="1300">
              <a:solidFill>
                <a:schemeClr val="lt1"/>
              </a:solidFill>
              <a:latin typeface="Lato"/>
              <a:ea typeface="Lato"/>
              <a:cs typeface="Lato"/>
              <a:sym typeface="Lato"/>
            </a:endParaRPr>
          </a:p>
          <a:p>
            <a:pPr indent="0" lvl="0" marL="0" rtl="0" algn="l">
              <a:spcBef>
                <a:spcPts val="0"/>
              </a:spcBef>
              <a:spcAft>
                <a:spcPts val="0"/>
              </a:spcAft>
              <a:buNone/>
            </a:pPr>
            <a:r>
              <a:rPr lang="en" sz="1300">
                <a:solidFill>
                  <a:schemeClr val="lt1"/>
                </a:solidFill>
                <a:latin typeface="Lato"/>
                <a:ea typeface="Lato"/>
                <a:cs typeface="Lato"/>
                <a:sym typeface="Lato"/>
              </a:rPr>
              <a:t>Reference answer</a:t>
            </a:r>
            <a:endParaRPr sz="1300">
              <a:solidFill>
                <a:schemeClr val="lt1"/>
              </a:solidFill>
              <a:latin typeface="Lato"/>
              <a:ea typeface="Lato"/>
              <a:cs typeface="Lato"/>
              <a:sym typeface="Lato"/>
            </a:endParaRPr>
          </a:p>
          <a:p>
            <a:pPr indent="0" lvl="0" marL="0" rtl="0" algn="l">
              <a:spcBef>
                <a:spcPts val="0"/>
              </a:spcBef>
              <a:spcAft>
                <a:spcPts val="0"/>
              </a:spcAft>
              <a:buNone/>
            </a:pPr>
            <a:r>
              <a:rPr lang="en" sz="1300">
                <a:solidFill>
                  <a:schemeClr val="lt1"/>
                </a:solidFill>
                <a:latin typeface="Lato"/>
                <a:ea typeface="Lato"/>
                <a:cs typeface="Lato"/>
                <a:sym typeface="Lato"/>
              </a:rPr>
              <a:t>Relevant</a:t>
            </a:r>
            <a:r>
              <a:rPr lang="en" sz="1300">
                <a:solidFill>
                  <a:schemeClr val="lt1"/>
                </a:solidFill>
                <a:latin typeface="Lato"/>
                <a:ea typeface="Lato"/>
                <a:cs typeface="Lato"/>
                <a:sym typeface="Lato"/>
              </a:rPr>
              <a:t> chunk</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