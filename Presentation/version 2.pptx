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Raleway"/>
      <p:regular r:id="rId17"/>
      <p:bold r:id="rId18"/>
      <p:italic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36413EE-F7EB-43DE-AB66-0035914FE99D}">
  <a:tblStyle styleId="{936413EE-F7EB-43DE-AB66-0035914FE99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11" Type="http://schemas.openxmlformats.org/officeDocument/2006/relationships/slide" Target="slides/slide5.xml"/><Relationship Id="rId22" Type="http://schemas.openxmlformats.org/officeDocument/2006/relationships/font" Target="fonts/Lato-bold.fntdata"/><Relationship Id="rId10" Type="http://schemas.openxmlformats.org/officeDocument/2006/relationships/slide" Target="slides/slide4.xml"/><Relationship Id="rId21" Type="http://schemas.openxmlformats.org/officeDocument/2006/relationships/font" Target="fonts/Lato-regular.fntdata"/><Relationship Id="rId13" Type="http://schemas.openxmlformats.org/officeDocument/2006/relationships/slide" Target="slides/slide7.xml"/><Relationship Id="rId24" Type="http://schemas.openxmlformats.org/officeDocument/2006/relationships/font" Target="fonts/Lato-boldItalic.fntdata"/><Relationship Id="rId12" Type="http://schemas.openxmlformats.org/officeDocument/2006/relationships/slide" Target="slides/slide6.xml"/><Relationship Id="rId23"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Raleway-regular.fntdata"/><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Raleway-italic.fntdata"/><Relationship Id="rId6" Type="http://schemas.openxmlformats.org/officeDocument/2006/relationships/notesMaster" Target="notesMasters/notesMaster1.xml"/><Relationship Id="rId18" Type="http://schemas.openxmlformats.org/officeDocument/2006/relationships/font" Target="fonts/Raleway-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5f6af9d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5f6af9d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d9c67055b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d9c67055b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5430e6bdd_5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5430e6bdd_5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60d9106e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f60d9106e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61bc6f66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f61bc6f66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61bc6f66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61bc6f66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61bc6f66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61bc6f66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f61bc6f66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f61bc6f66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f61bc6f66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f61bc6f66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f61bc6f664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f61bc6f664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729450" y="1322450"/>
            <a:ext cx="3787800" cy="1988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000"/>
              <a:buNone/>
              <a:defRPr sz="4000">
                <a:solidFill>
                  <a:schemeClr val="dk2"/>
                </a:solidFill>
              </a:defRPr>
            </a:lvl1pPr>
            <a:lvl2pPr lvl="1">
              <a:spcBef>
                <a:spcPts val="0"/>
              </a:spcBef>
              <a:spcAft>
                <a:spcPts val="0"/>
              </a:spcAft>
              <a:buClr>
                <a:schemeClr val="dk2"/>
              </a:buClr>
              <a:buSzPts val="4000"/>
              <a:buNone/>
              <a:defRPr sz="4000">
                <a:solidFill>
                  <a:schemeClr val="dk2"/>
                </a:solidFill>
              </a:defRPr>
            </a:lvl2pPr>
            <a:lvl3pPr lvl="2">
              <a:spcBef>
                <a:spcPts val="0"/>
              </a:spcBef>
              <a:spcAft>
                <a:spcPts val="0"/>
              </a:spcAft>
              <a:buClr>
                <a:schemeClr val="dk2"/>
              </a:buClr>
              <a:buSzPts val="4000"/>
              <a:buNone/>
              <a:defRPr sz="4000">
                <a:solidFill>
                  <a:schemeClr val="dk2"/>
                </a:solidFill>
              </a:defRPr>
            </a:lvl3pPr>
            <a:lvl4pPr lvl="3">
              <a:spcBef>
                <a:spcPts val="0"/>
              </a:spcBef>
              <a:spcAft>
                <a:spcPts val="0"/>
              </a:spcAft>
              <a:buClr>
                <a:schemeClr val="dk2"/>
              </a:buClr>
              <a:buSzPts val="4000"/>
              <a:buNone/>
              <a:defRPr sz="4000">
                <a:solidFill>
                  <a:schemeClr val="dk2"/>
                </a:solidFill>
              </a:defRPr>
            </a:lvl4pPr>
            <a:lvl5pPr lvl="4">
              <a:spcBef>
                <a:spcPts val="0"/>
              </a:spcBef>
              <a:spcAft>
                <a:spcPts val="0"/>
              </a:spcAft>
              <a:buClr>
                <a:schemeClr val="dk2"/>
              </a:buClr>
              <a:buSzPts val="4000"/>
              <a:buNone/>
              <a:defRPr sz="4000">
                <a:solidFill>
                  <a:schemeClr val="dk2"/>
                </a:solidFill>
              </a:defRPr>
            </a:lvl5pPr>
            <a:lvl6pPr lvl="5">
              <a:spcBef>
                <a:spcPts val="0"/>
              </a:spcBef>
              <a:spcAft>
                <a:spcPts val="0"/>
              </a:spcAft>
              <a:buClr>
                <a:schemeClr val="dk2"/>
              </a:buClr>
              <a:buSzPts val="4000"/>
              <a:buNone/>
              <a:defRPr sz="4000">
                <a:solidFill>
                  <a:schemeClr val="dk2"/>
                </a:solidFill>
              </a:defRPr>
            </a:lvl6pPr>
            <a:lvl7pPr lvl="6">
              <a:spcBef>
                <a:spcPts val="0"/>
              </a:spcBef>
              <a:spcAft>
                <a:spcPts val="0"/>
              </a:spcAft>
              <a:buClr>
                <a:schemeClr val="dk2"/>
              </a:buClr>
              <a:buSzPts val="4000"/>
              <a:buNone/>
              <a:defRPr sz="4000">
                <a:solidFill>
                  <a:schemeClr val="dk2"/>
                </a:solidFill>
              </a:defRPr>
            </a:lvl7pPr>
            <a:lvl8pPr lvl="7">
              <a:spcBef>
                <a:spcPts val="0"/>
              </a:spcBef>
              <a:spcAft>
                <a:spcPts val="0"/>
              </a:spcAft>
              <a:buClr>
                <a:schemeClr val="dk2"/>
              </a:buClr>
              <a:buSzPts val="4000"/>
              <a:buNone/>
              <a:defRPr sz="4000">
                <a:solidFill>
                  <a:schemeClr val="dk2"/>
                </a:solidFill>
              </a:defRPr>
            </a:lvl8pPr>
            <a:lvl9pPr lvl="8">
              <a:spcBef>
                <a:spcPts val="0"/>
              </a:spcBef>
              <a:spcAft>
                <a:spcPts val="0"/>
              </a:spcAft>
              <a:buClr>
                <a:schemeClr val="dk2"/>
              </a:buClr>
              <a:buSzPts val="4000"/>
              <a:buNone/>
              <a:defRPr sz="4000">
                <a:solidFill>
                  <a:schemeClr val="dk2"/>
                </a:solidFill>
              </a:defRPr>
            </a:lvl9pPr>
          </a:lstStyle>
          <a:p/>
        </p:txBody>
      </p:sp>
      <p:sp>
        <p:nvSpPr>
          <p:cNvPr id="11" name="Google Shape;11;p2"/>
          <p:cNvSpPr txBox="1"/>
          <p:nvPr>
            <p:ph idx="1" type="subTitle"/>
          </p:nvPr>
        </p:nvSpPr>
        <p:spPr>
          <a:xfrm>
            <a:off x="729595" y="3401500"/>
            <a:ext cx="37878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2" name="Google Shape;12;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13" name="Google Shape;13;p2"/>
          <p:cNvGrpSpPr/>
          <p:nvPr/>
        </p:nvGrpSpPr>
        <p:grpSpPr>
          <a:xfrm>
            <a:off x="830392" y="1191256"/>
            <a:ext cx="745763" cy="45826"/>
            <a:chOff x="4580561" y="2589004"/>
            <a:chExt cx="1064464" cy="25200"/>
          </a:xfrm>
        </p:grpSpPr>
        <p:sp>
          <p:nvSpPr>
            <p:cNvPr id="14" name="Google Shape;14;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bg>
      <p:bgPr>
        <a:solidFill>
          <a:schemeClr val="lt2"/>
        </a:solidFill>
      </p:bgPr>
    </p:bg>
    <p:spTree>
      <p:nvGrpSpPr>
        <p:cNvPr id="17" name="Shape 17"/>
        <p:cNvGrpSpPr/>
        <p:nvPr/>
      </p:nvGrpSpPr>
      <p:grpSpPr>
        <a:xfrm>
          <a:off x="0" y="0"/>
          <a:ext cx="0" cy="0"/>
          <a:chOff x="0" y="0"/>
          <a:chExt cx="0" cy="0"/>
        </a:xfrm>
      </p:grpSpPr>
      <p:sp>
        <p:nvSpPr>
          <p:cNvPr id="18" name="Google Shape;18;p3"/>
          <p:cNvSpPr txBox="1"/>
          <p:nvPr>
            <p:ph type="ctrTitle"/>
          </p:nvPr>
        </p:nvSpPr>
        <p:spPr>
          <a:xfrm>
            <a:off x="729450" y="1322450"/>
            <a:ext cx="3787800" cy="198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000"/>
              <a:buNone/>
              <a:defRPr sz="4000">
                <a:solidFill>
                  <a:schemeClr val="dk2"/>
                </a:solidFill>
              </a:defRPr>
            </a:lvl1pPr>
            <a:lvl2pPr lvl="1" rtl="0">
              <a:spcBef>
                <a:spcPts val="0"/>
              </a:spcBef>
              <a:spcAft>
                <a:spcPts val="0"/>
              </a:spcAft>
              <a:buClr>
                <a:schemeClr val="dk2"/>
              </a:buClr>
              <a:buSzPts val="4000"/>
              <a:buNone/>
              <a:defRPr sz="4000">
                <a:solidFill>
                  <a:schemeClr val="dk2"/>
                </a:solidFill>
              </a:defRPr>
            </a:lvl2pPr>
            <a:lvl3pPr lvl="2" rtl="0">
              <a:spcBef>
                <a:spcPts val="0"/>
              </a:spcBef>
              <a:spcAft>
                <a:spcPts val="0"/>
              </a:spcAft>
              <a:buClr>
                <a:schemeClr val="dk2"/>
              </a:buClr>
              <a:buSzPts val="4000"/>
              <a:buNone/>
              <a:defRPr sz="4000">
                <a:solidFill>
                  <a:schemeClr val="dk2"/>
                </a:solidFill>
              </a:defRPr>
            </a:lvl3pPr>
            <a:lvl4pPr lvl="3" rtl="0">
              <a:spcBef>
                <a:spcPts val="0"/>
              </a:spcBef>
              <a:spcAft>
                <a:spcPts val="0"/>
              </a:spcAft>
              <a:buClr>
                <a:schemeClr val="dk2"/>
              </a:buClr>
              <a:buSzPts val="4000"/>
              <a:buNone/>
              <a:defRPr sz="4000">
                <a:solidFill>
                  <a:schemeClr val="dk2"/>
                </a:solidFill>
              </a:defRPr>
            </a:lvl4pPr>
            <a:lvl5pPr lvl="4" rtl="0">
              <a:spcBef>
                <a:spcPts val="0"/>
              </a:spcBef>
              <a:spcAft>
                <a:spcPts val="0"/>
              </a:spcAft>
              <a:buClr>
                <a:schemeClr val="dk2"/>
              </a:buClr>
              <a:buSzPts val="4000"/>
              <a:buNone/>
              <a:defRPr sz="4000">
                <a:solidFill>
                  <a:schemeClr val="dk2"/>
                </a:solidFill>
              </a:defRPr>
            </a:lvl5pPr>
            <a:lvl6pPr lvl="5" rtl="0">
              <a:spcBef>
                <a:spcPts val="0"/>
              </a:spcBef>
              <a:spcAft>
                <a:spcPts val="0"/>
              </a:spcAft>
              <a:buClr>
                <a:schemeClr val="dk2"/>
              </a:buClr>
              <a:buSzPts val="4000"/>
              <a:buNone/>
              <a:defRPr sz="4000">
                <a:solidFill>
                  <a:schemeClr val="dk2"/>
                </a:solidFill>
              </a:defRPr>
            </a:lvl6pPr>
            <a:lvl7pPr lvl="6" rtl="0">
              <a:spcBef>
                <a:spcPts val="0"/>
              </a:spcBef>
              <a:spcAft>
                <a:spcPts val="0"/>
              </a:spcAft>
              <a:buClr>
                <a:schemeClr val="dk2"/>
              </a:buClr>
              <a:buSzPts val="4000"/>
              <a:buNone/>
              <a:defRPr sz="4000">
                <a:solidFill>
                  <a:schemeClr val="dk2"/>
                </a:solidFill>
              </a:defRPr>
            </a:lvl7pPr>
            <a:lvl8pPr lvl="7" rtl="0">
              <a:spcBef>
                <a:spcPts val="0"/>
              </a:spcBef>
              <a:spcAft>
                <a:spcPts val="0"/>
              </a:spcAft>
              <a:buClr>
                <a:schemeClr val="dk2"/>
              </a:buClr>
              <a:buSzPts val="4000"/>
              <a:buNone/>
              <a:defRPr sz="4000">
                <a:solidFill>
                  <a:schemeClr val="dk2"/>
                </a:solidFill>
              </a:defRPr>
            </a:lvl8pPr>
            <a:lvl9pPr lvl="8" rtl="0">
              <a:spcBef>
                <a:spcPts val="0"/>
              </a:spcBef>
              <a:spcAft>
                <a:spcPts val="0"/>
              </a:spcAft>
              <a:buClr>
                <a:schemeClr val="dk2"/>
              </a:buClr>
              <a:buSzPts val="4000"/>
              <a:buNone/>
              <a:defRPr sz="4000">
                <a:solidFill>
                  <a:schemeClr val="dk2"/>
                </a:solidFill>
              </a:defRPr>
            </a:lvl9pPr>
          </a:lstStyle>
          <a:p/>
        </p:txBody>
      </p:sp>
      <p:sp>
        <p:nvSpPr>
          <p:cNvPr id="19" name="Google Shape;19;p3"/>
          <p:cNvSpPr txBox="1"/>
          <p:nvPr>
            <p:ph idx="1" type="subTitle"/>
          </p:nvPr>
        </p:nvSpPr>
        <p:spPr>
          <a:xfrm>
            <a:off x="729595" y="3401500"/>
            <a:ext cx="37878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20" name="Google Shape;20;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21" name="Google Shape;21;p3"/>
          <p:cNvGrpSpPr/>
          <p:nvPr/>
        </p:nvGrpSpPr>
        <p:grpSpPr>
          <a:xfrm>
            <a:off x="830392" y="1191256"/>
            <a:ext cx="745763" cy="45826"/>
            <a:chOff x="4580561" y="2589004"/>
            <a:chExt cx="1064464" cy="25200"/>
          </a:xfrm>
        </p:grpSpPr>
        <p:sp>
          <p:nvSpPr>
            <p:cNvPr id="22" name="Google Shape;22;p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 name="Google Shape;24;p3"/>
          <p:cNvSpPr/>
          <p:nvPr/>
        </p:nvSpPr>
        <p:spPr>
          <a:xfrm>
            <a:off x="0" y="1"/>
            <a:ext cx="9144000" cy="467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3"/>
          <p:cNvGrpSpPr/>
          <p:nvPr/>
        </p:nvGrpSpPr>
        <p:grpSpPr>
          <a:xfrm>
            <a:off x="5063224" y="1313339"/>
            <a:ext cx="3459829" cy="2670551"/>
            <a:chOff x="3553042" y="1657806"/>
            <a:chExt cx="3461100" cy="2671532"/>
          </a:xfrm>
        </p:grpSpPr>
        <p:sp>
          <p:nvSpPr>
            <p:cNvPr id="26" name="Google Shape;26;p3"/>
            <p:cNvSpPr/>
            <p:nvPr/>
          </p:nvSpPr>
          <p:spPr>
            <a:xfrm>
              <a:off x="4856024" y="3625653"/>
              <a:ext cx="944700" cy="663300"/>
            </a:xfrm>
            <a:prstGeom prst="trapezoid">
              <a:avLst>
                <a:gd fmla="val 2500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10800000">
              <a:off x="4953871" y="3681997"/>
              <a:ext cx="400200" cy="606600"/>
            </a:xfrm>
            <a:prstGeom prst="triangle">
              <a:avLst>
                <a:gd fmla="val 96745"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4767796" y="3681816"/>
              <a:ext cx="163500" cy="606600"/>
            </a:xfrm>
            <a:prstGeom prst="triangle">
              <a:avLst>
                <a:gd fmla="val 98558"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10800000">
              <a:off x="4678237" y="4276102"/>
              <a:ext cx="1210800" cy="45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10800000">
              <a:off x="4668343" y="4283738"/>
              <a:ext cx="1230600" cy="45600"/>
            </a:xfrm>
            <a:prstGeom prst="roundRect">
              <a:avLst>
                <a:gd fmla="val 50000" name="adj"/>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4926950" y="3681915"/>
              <a:ext cx="42900" cy="594300"/>
            </a:xfrm>
            <a:prstGeom prst="rect">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3553042" y="1674645"/>
              <a:ext cx="3461100" cy="2014500"/>
            </a:xfrm>
            <a:prstGeom prst="roundRect">
              <a:avLst>
                <a:gd fmla="val 1882" name="adj"/>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3553042" y="1657806"/>
              <a:ext cx="3461100" cy="2014500"/>
            </a:xfrm>
            <a:prstGeom prst="roundRect">
              <a:avLst>
                <a:gd fmla="val 1764"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Component Detail" id="34" name="Google Shape;34;p3"/>
          <p:cNvPicPr preferRelativeResize="0"/>
          <p:nvPr/>
        </p:nvPicPr>
        <p:blipFill rotWithShape="1">
          <a:blip r:embed="rId2">
            <a:alphaModFix/>
          </a:blip>
          <a:srcRect b="25077" l="0" r="0" t="0"/>
          <a:stretch/>
        </p:blipFill>
        <p:spPr>
          <a:xfrm>
            <a:off x="5161725" y="1399791"/>
            <a:ext cx="3262825" cy="1833425"/>
          </a:xfrm>
          <a:prstGeom prst="rect">
            <a:avLst/>
          </a:prstGeom>
          <a:noFill/>
          <a:ln>
            <a:noFill/>
          </a:ln>
        </p:spPr>
      </p:pic>
      <p:sp>
        <p:nvSpPr>
          <p:cNvPr id="35" name="Google Shape;35;p3"/>
          <p:cNvSpPr/>
          <p:nvPr/>
        </p:nvSpPr>
        <p:spPr>
          <a:xfrm flipH="1">
            <a:off x="5156196" y="1401826"/>
            <a:ext cx="3268577" cy="1812993"/>
          </a:xfrm>
          <a:prstGeom prst="rtTriangle">
            <a:avLst/>
          </a:prstGeom>
          <a:solidFill>
            <a:srgbClr val="000000">
              <a:alpha val="3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 name="Google Shape;36;p3"/>
          <p:cNvGrpSpPr/>
          <p:nvPr/>
        </p:nvGrpSpPr>
        <p:grpSpPr>
          <a:xfrm>
            <a:off x="7666681" y="2077877"/>
            <a:ext cx="1148179" cy="2282764"/>
            <a:chOff x="7666681" y="2077877"/>
            <a:chExt cx="1148179" cy="2282764"/>
          </a:xfrm>
        </p:grpSpPr>
        <p:grpSp>
          <p:nvGrpSpPr>
            <p:cNvPr id="37" name="Google Shape;37;p3"/>
            <p:cNvGrpSpPr/>
            <p:nvPr/>
          </p:nvGrpSpPr>
          <p:grpSpPr>
            <a:xfrm>
              <a:off x="7666681" y="2077877"/>
              <a:ext cx="1148179" cy="2282764"/>
              <a:chOff x="3983627" y="1676395"/>
              <a:chExt cx="1449538" cy="2881914"/>
            </a:xfrm>
          </p:grpSpPr>
          <p:sp>
            <p:nvSpPr>
              <p:cNvPr id="38" name="Google Shape;38;p3"/>
              <p:cNvSpPr/>
              <p:nvPr/>
            </p:nvSpPr>
            <p:spPr>
              <a:xfrm rot="-5400000">
                <a:off x="3276827" y="2404608"/>
                <a:ext cx="2860500" cy="1446900"/>
              </a:xfrm>
              <a:prstGeom prst="roundRect">
                <a:avLst>
                  <a:gd fmla="val 4551" name="adj"/>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rot="-5400000">
                <a:off x="3279465" y="2383195"/>
                <a:ext cx="2860500" cy="1446900"/>
              </a:xfrm>
              <a:prstGeom prst="roundRect">
                <a:avLst>
                  <a:gd fmla="val 4551" name="adj"/>
                </a:avLst>
              </a:pr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a:off x="4473243" y="4318802"/>
                <a:ext cx="472800" cy="76800"/>
              </a:xfrm>
              <a:prstGeom prst="roundRect">
                <a:avLst>
                  <a:gd fmla="val 50000" name="adj"/>
                </a:avLst>
              </a:prstGeom>
              <a:solidFill>
                <a:srgbClr val="4B4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Mobile View" id="41" name="Google Shape;41;p3"/>
            <p:cNvPicPr preferRelativeResize="0"/>
            <p:nvPr/>
          </p:nvPicPr>
          <p:blipFill rotWithShape="1">
            <a:blip r:embed="rId3">
              <a:alphaModFix/>
            </a:blip>
            <a:srcRect b="4372" l="0" r="0" t="4363"/>
            <a:stretch/>
          </p:blipFill>
          <p:spPr>
            <a:xfrm>
              <a:off x="7720839" y="2222723"/>
              <a:ext cx="1037555" cy="1833418"/>
            </a:xfrm>
            <a:prstGeom prst="rect">
              <a:avLst/>
            </a:prstGeom>
            <a:noFill/>
            <a:ln>
              <a:noFill/>
            </a:ln>
          </p:spPr>
        </p:pic>
        <p:sp>
          <p:nvSpPr>
            <p:cNvPr id="42" name="Google Shape;42;p3"/>
            <p:cNvSpPr/>
            <p:nvPr/>
          </p:nvSpPr>
          <p:spPr>
            <a:xfrm flipH="1">
              <a:off x="7722342" y="2222973"/>
              <a:ext cx="1037700" cy="1833000"/>
            </a:xfrm>
            <a:prstGeom prst="rtTriangle">
              <a:avLst/>
            </a:prstGeom>
            <a:solidFill>
              <a:srgbClr val="000000">
                <a:alpha val="3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3" name="Shape 43"/>
        <p:cNvGrpSpPr/>
        <p:nvPr/>
      </p:nvGrpSpPr>
      <p:grpSpPr>
        <a:xfrm>
          <a:off x="0" y="0"/>
          <a:ext cx="0" cy="0"/>
          <a:chOff x="0" y="0"/>
          <a:chExt cx="0" cy="0"/>
        </a:xfrm>
      </p:grpSpPr>
      <p:grpSp>
        <p:nvGrpSpPr>
          <p:cNvPr id="44" name="Google Shape;44;p4"/>
          <p:cNvGrpSpPr/>
          <p:nvPr/>
        </p:nvGrpSpPr>
        <p:grpSpPr>
          <a:xfrm>
            <a:off x="830392" y="1191256"/>
            <a:ext cx="745763" cy="45826"/>
            <a:chOff x="4580561" y="2589004"/>
            <a:chExt cx="1064464" cy="25200"/>
          </a:xfrm>
        </p:grpSpPr>
        <p:sp>
          <p:nvSpPr>
            <p:cNvPr id="45" name="Google Shape;45;p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000"/>
              <a:buNone/>
              <a:defRPr sz="3000">
                <a:solidFill>
                  <a:schemeClr val="lt1"/>
                </a:solidFill>
              </a:defRPr>
            </a:lvl1pPr>
            <a:lvl2pPr lvl="1">
              <a:spcBef>
                <a:spcPts val="0"/>
              </a:spcBef>
              <a:spcAft>
                <a:spcPts val="0"/>
              </a:spcAft>
              <a:buClr>
                <a:schemeClr val="lt1"/>
              </a:buClr>
              <a:buSzPts val="3000"/>
              <a:buNone/>
              <a:defRPr sz="3000">
                <a:solidFill>
                  <a:schemeClr val="lt1"/>
                </a:solidFill>
              </a:defRPr>
            </a:lvl2pPr>
            <a:lvl3pPr lvl="2">
              <a:spcBef>
                <a:spcPts val="0"/>
              </a:spcBef>
              <a:spcAft>
                <a:spcPts val="0"/>
              </a:spcAft>
              <a:buClr>
                <a:schemeClr val="lt1"/>
              </a:buClr>
              <a:buSzPts val="3000"/>
              <a:buNone/>
              <a:defRPr sz="3000">
                <a:solidFill>
                  <a:schemeClr val="lt1"/>
                </a:solidFill>
              </a:defRPr>
            </a:lvl3pPr>
            <a:lvl4pPr lvl="3">
              <a:spcBef>
                <a:spcPts val="0"/>
              </a:spcBef>
              <a:spcAft>
                <a:spcPts val="0"/>
              </a:spcAft>
              <a:buClr>
                <a:schemeClr val="lt1"/>
              </a:buClr>
              <a:buSzPts val="3000"/>
              <a:buNone/>
              <a:defRPr sz="3000">
                <a:solidFill>
                  <a:schemeClr val="lt1"/>
                </a:solidFill>
              </a:defRPr>
            </a:lvl4pPr>
            <a:lvl5pPr lvl="4">
              <a:spcBef>
                <a:spcPts val="0"/>
              </a:spcBef>
              <a:spcAft>
                <a:spcPts val="0"/>
              </a:spcAft>
              <a:buClr>
                <a:schemeClr val="lt1"/>
              </a:buClr>
              <a:buSzPts val="3000"/>
              <a:buNone/>
              <a:defRPr sz="3000">
                <a:solidFill>
                  <a:schemeClr val="lt1"/>
                </a:solidFill>
              </a:defRPr>
            </a:lvl5pPr>
            <a:lvl6pPr lvl="5">
              <a:spcBef>
                <a:spcPts val="0"/>
              </a:spcBef>
              <a:spcAft>
                <a:spcPts val="0"/>
              </a:spcAft>
              <a:buClr>
                <a:schemeClr val="lt1"/>
              </a:buClr>
              <a:buSzPts val="3000"/>
              <a:buNone/>
              <a:defRPr sz="3000">
                <a:solidFill>
                  <a:schemeClr val="lt1"/>
                </a:solidFill>
              </a:defRPr>
            </a:lvl6pPr>
            <a:lvl7pPr lvl="6">
              <a:spcBef>
                <a:spcPts val="0"/>
              </a:spcBef>
              <a:spcAft>
                <a:spcPts val="0"/>
              </a:spcAft>
              <a:buClr>
                <a:schemeClr val="lt1"/>
              </a:buClr>
              <a:buSzPts val="3000"/>
              <a:buNone/>
              <a:defRPr sz="3000">
                <a:solidFill>
                  <a:schemeClr val="lt1"/>
                </a:solidFill>
              </a:defRPr>
            </a:lvl7pPr>
            <a:lvl8pPr lvl="7">
              <a:spcBef>
                <a:spcPts val="0"/>
              </a:spcBef>
              <a:spcAft>
                <a:spcPts val="0"/>
              </a:spcAft>
              <a:buClr>
                <a:schemeClr val="lt1"/>
              </a:buClr>
              <a:buSzPts val="3000"/>
              <a:buNone/>
              <a:defRPr sz="3000">
                <a:solidFill>
                  <a:schemeClr val="lt1"/>
                </a:solidFill>
              </a:defRPr>
            </a:lvl8pPr>
            <a:lvl9pPr lvl="8">
              <a:spcBef>
                <a:spcPts val="0"/>
              </a:spcBef>
              <a:spcAft>
                <a:spcPts val="0"/>
              </a:spcAft>
              <a:buClr>
                <a:schemeClr val="lt1"/>
              </a:buClr>
              <a:buSzPts val="3000"/>
              <a:buNone/>
              <a:defRPr sz="3000">
                <a:solidFill>
                  <a:schemeClr val="lt1"/>
                </a:solidFill>
              </a:defRPr>
            </a:lvl9pPr>
          </a:lstStyle>
          <a:p/>
        </p:txBody>
      </p:sp>
      <p:sp>
        <p:nvSpPr>
          <p:cNvPr id="48" name="Google Shape;48;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9" name="Shape 49"/>
        <p:cNvGrpSpPr/>
        <p:nvPr/>
      </p:nvGrpSpPr>
      <p:grpSpPr>
        <a:xfrm>
          <a:off x="0" y="0"/>
          <a:ext cx="0" cy="0"/>
          <a:chOff x="0" y="0"/>
          <a:chExt cx="0" cy="0"/>
        </a:xfrm>
      </p:grpSpPr>
      <p:sp>
        <p:nvSpPr>
          <p:cNvPr id="50" name="Google Shape;50;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 name="Google Shape;51;p5"/>
          <p:cNvGrpSpPr/>
          <p:nvPr/>
        </p:nvGrpSpPr>
        <p:grpSpPr>
          <a:xfrm>
            <a:off x="830392" y="1191256"/>
            <a:ext cx="745763" cy="45826"/>
            <a:chOff x="4580561" y="2589004"/>
            <a:chExt cx="1064464" cy="25200"/>
          </a:xfrm>
        </p:grpSpPr>
        <p:sp>
          <p:nvSpPr>
            <p:cNvPr id="52" name="Google Shape;52;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 name="Google Shape;54;p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55" name="Google Shape;55;p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6" name="Google Shape;56;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7" name="Shape 57"/>
        <p:cNvGrpSpPr/>
        <p:nvPr/>
      </p:nvGrpSpPr>
      <p:grpSpPr>
        <a:xfrm>
          <a:off x="0" y="0"/>
          <a:ext cx="0" cy="0"/>
          <a:chOff x="0" y="0"/>
          <a:chExt cx="0" cy="0"/>
        </a:xfrm>
      </p:grpSpPr>
      <p:sp>
        <p:nvSpPr>
          <p:cNvPr id="58" name="Google Shape;58;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 name="Google Shape;59;p6"/>
          <p:cNvGrpSpPr/>
          <p:nvPr/>
        </p:nvGrpSpPr>
        <p:grpSpPr>
          <a:xfrm>
            <a:off x="830392" y="1191256"/>
            <a:ext cx="745763" cy="45826"/>
            <a:chOff x="4580561" y="2589004"/>
            <a:chExt cx="1064464" cy="25200"/>
          </a:xfrm>
        </p:grpSpPr>
        <p:sp>
          <p:nvSpPr>
            <p:cNvPr id="60" name="Google Shape;60;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 name="Google Shape;62;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63" name="Google Shape;63;p6"/>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4" name="Google Shape;64;p6"/>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5" name="Google Shape;65;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6" name="Shape 66"/>
        <p:cNvGrpSpPr/>
        <p:nvPr/>
      </p:nvGrpSpPr>
      <p:grpSpPr>
        <a:xfrm>
          <a:off x="0" y="0"/>
          <a:ext cx="0" cy="0"/>
          <a:chOff x="0" y="0"/>
          <a:chExt cx="0" cy="0"/>
        </a:xfrm>
      </p:grpSpPr>
      <p:sp>
        <p:nvSpPr>
          <p:cNvPr id="67" name="Google Shape;67;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 name="Google Shape;68;p7"/>
          <p:cNvGrpSpPr/>
          <p:nvPr/>
        </p:nvGrpSpPr>
        <p:grpSpPr>
          <a:xfrm>
            <a:off x="830392" y="1191256"/>
            <a:ext cx="745763" cy="45826"/>
            <a:chOff x="4580561" y="2589004"/>
            <a:chExt cx="1064464" cy="25200"/>
          </a:xfrm>
        </p:grpSpPr>
        <p:sp>
          <p:nvSpPr>
            <p:cNvPr id="69" name="Google Shape;69;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 name="Google Shape;71;p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72" name="Google Shape;72;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73" name="Shape 73"/>
        <p:cNvGrpSpPr/>
        <p:nvPr/>
      </p:nvGrpSpPr>
      <p:grpSpPr>
        <a:xfrm>
          <a:off x="0" y="0"/>
          <a:ext cx="0" cy="0"/>
          <a:chOff x="0" y="0"/>
          <a:chExt cx="0" cy="0"/>
        </a:xfrm>
      </p:grpSpPr>
      <p:sp>
        <p:nvSpPr>
          <p:cNvPr id="74" name="Google Shape;74;p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 name="Shape 76"/>
        <p:cNvGrpSpPr/>
        <p:nvPr/>
      </p:nvGrpSpPr>
      <p:grpSpPr>
        <a:xfrm>
          <a:off x="0" y="0"/>
          <a:ext cx="0" cy="0"/>
          <a:chOff x="0" y="0"/>
          <a:chExt cx="0" cy="0"/>
        </a:xfrm>
      </p:grpSpPr>
      <p:sp>
        <p:nvSpPr>
          <p:cNvPr id="77" name="Google Shape;77;p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 name="Google Shape;78;p9"/>
          <p:cNvGrpSpPr/>
          <p:nvPr/>
        </p:nvGrpSpPr>
        <p:grpSpPr>
          <a:xfrm>
            <a:off x="830392" y="1191256"/>
            <a:ext cx="745763" cy="45826"/>
            <a:chOff x="4580561" y="2589004"/>
            <a:chExt cx="1064464" cy="25200"/>
          </a:xfrm>
        </p:grpSpPr>
        <p:sp>
          <p:nvSpPr>
            <p:cNvPr id="79" name="Google Shape;79;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 name="Google Shape;81;p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82" name="Google Shape;82;p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83" name="Google Shape;83;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84" name="Shape 84"/>
        <p:cNvGrpSpPr/>
        <p:nvPr/>
      </p:nvGrpSpPr>
      <p:grpSpPr>
        <a:xfrm>
          <a:off x="0" y="0"/>
          <a:ext cx="0" cy="0"/>
          <a:chOff x="0" y="0"/>
          <a:chExt cx="0" cy="0"/>
        </a:xfrm>
      </p:grpSpPr>
      <p:grpSp>
        <p:nvGrpSpPr>
          <p:cNvPr id="85" name="Google Shape;85;p10"/>
          <p:cNvGrpSpPr/>
          <p:nvPr/>
        </p:nvGrpSpPr>
        <p:grpSpPr>
          <a:xfrm>
            <a:off x="830392" y="4169130"/>
            <a:ext cx="745763" cy="45826"/>
            <a:chOff x="4580561" y="2589004"/>
            <a:chExt cx="1064464" cy="25200"/>
          </a:xfrm>
        </p:grpSpPr>
        <p:sp>
          <p:nvSpPr>
            <p:cNvPr id="86" name="Google Shape;86;p1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1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000"/>
              <a:buNone/>
              <a:defRPr sz="3000">
                <a:solidFill>
                  <a:schemeClr val="lt1"/>
                </a:solidFill>
              </a:defRPr>
            </a:lvl1pPr>
            <a:lvl2pPr lvl="1">
              <a:spcBef>
                <a:spcPts val="0"/>
              </a:spcBef>
              <a:spcAft>
                <a:spcPts val="0"/>
              </a:spcAft>
              <a:buClr>
                <a:schemeClr val="lt1"/>
              </a:buClr>
              <a:buSzPts val="3000"/>
              <a:buNone/>
              <a:defRPr sz="3000">
                <a:solidFill>
                  <a:schemeClr val="lt1"/>
                </a:solidFill>
              </a:defRPr>
            </a:lvl2pPr>
            <a:lvl3pPr lvl="2">
              <a:spcBef>
                <a:spcPts val="0"/>
              </a:spcBef>
              <a:spcAft>
                <a:spcPts val="0"/>
              </a:spcAft>
              <a:buClr>
                <a:schemeClr val="lt1"/>
              </a:buClr>
              <a:buSzPts val="3000"/>
              <a:buNone/>
              <a:defRPr sz="3000">
                <a:solidFill>
                  <a:schemeClr val="lt1"/>
                </a:solidFill>
              </a:defRPr>
            </a:lvl3pPr>
            <a:lvl4pPr lvl="3">
              <a:spcBef>
                <a:spcPts val="0"/>
              </a:spcBef>
              <a:spcAft>
                <a:spcPts val="0"/>
              </a:spcAft>
              <a:buClr>
                <a:schemeClr val="lt1"/>
              </a:buClr>
              <a:buSzPts val="3000"/>
              <a:buNone/>
              <a:defRPr sz="3000">
                <a:solidFill>
                  <a:schemeClr val="lt1"/>
                </a:solidFill>
              </a:defRPr>
            </a:lvl4pPr>
            <a:lvl5pPr lvl="4">
              <a:spcBef>
                <a:spcPts val="0"/>
              </a:spcBef>
              <a:spcAft>
                <a:spcPts val="0"/>
              </a:spcAft>
              <a:buClr>
                <a:schemeClr val="lt1"/>
              </a:buClr>
              <a:buSzPts val="3000"/>
              <a:buNone/>
              <a:defRPr sz="3000">
                <a:solidFill>
                  <a:schemeClr val="lt1"/>
                </a:solidFill>
              </a:defRPr>
            </a:lvl5pPr>
            <a:lvl6pPr lvl="5">
              <a:spcBef>
                <a:spcPts val="0"/>
              </a:spcBef>
              <a:spcAft>
                <a:spcPts val="0"/>
              </a:spcAft>
              <a:buClr>
                <a:schemeClr val="lt1"/>
              </a:buClr>
              <a:buSzPts val="3000"/>
              <a:buNone/>
              <a:defRPr sz="3000">
                <a:solidFill>
                  <a:schemeClr val="lt1"/>
                </a:solidFill>
              </a:defRPr>
            </a:lvl6pPr>
            <a:lvl7pPr lvl="6">
              <a:spcBef>
                <a:spcPts val="0"/>
              </a:spcBef>
              <a:spcAft>
                <a:spcPts val="0"/>
              </a:spcAft>
              <a:buClr>
                <a:schemeClr val="lt1"/>
              </a:buClr>
              <a:buSzPts val="3000"/>
              <a:buNone/>
              <a:defRPr sz="3000">
                <a:solidFill>
                  <a:schemeClr val="lt1"/>
                </a:solidFill>
              </a:defRPr>
            </a:lvl7pPr>
            <a:lvl8pPr lvl="7">
              <a:spcBef>
                <a:spcPts val="0"/>
              </a:spcBef>
              <a:spcAft>
                <a:spcPts val="0"/>
              </a:spcAft>
              <a:buClr>
                <a:schemeClr val="lt1"/>
              </a:buClr>
              <a:buSzPts val="3000"/>
              <a:buNone/>
              <a:defRPr sz="3000">
                <a:solidFill>
                  <a:schemeClr val="lt1"/>
                </a:solidFill>
              </a:defRPr>
            </a:lvl8pPr>
            <a:lvl9pPr lvl="8">
              <a:spcBef>
                <a:spcPts val="0"/>
              </a:spcBef>
              <a:spcAft>
                <a:spcPts val="0"/>
              </a:spcAft>
              <a:buClr>
                <a:schemeClr val="lt1"/>
              </a:buClr>
              <a:buSzPts val="3000"/>
              <a:buNone/>
              <a:defRPr sz="3000">
                <a:solidFill>
                  <a:schemeClr val="lt1"/>
                </a:solidFill>
              </a:defRPr>
            </a:lvl9pPr>
          </a:lstStyle>
          <a:p/>
        </p:txBody>
      </p:sp>
      <p:sp>
        <p:nvSpPr>
          <p:cNvPr id="89" name="Google Shape;89;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0" name="Shape 90"/>
        <p:cNvGrpSpPr/>
        <p:nvPr/>
      </p:nvGrpSpPr>
      <p:grpSpPr>
        <a:xfrm>
          <a:off x="0" y="0"/>
          <a:ext cx="0" cy="0"/>
          <a:chOff x="0" y="0"/>
          <a:chExt cx="0" cy="0"/>
        </a:xfrm>
      </p:grpSpPr>
      <p:sp>
        <p:nvSpPr>
          <p:cNvPr id="91" name="Google Shape;91;p1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 name="Google Shape;92;p11"/>
          <p:cNvGrpSpPr/>
          <p:nvPr/>
        </p:nvGrpSpPr>
        <p:grpSpPr>
          <a:xfrm>
            <a:off x="830392" y="1191256"/>
            <a:ext cx="745763" cy="45826"/>
            <a:chOff x="4580561" y="2589004"/>
            <a:chExt cx="1064464" cy="25200"/>
          </a:xfrm>
        </p:grpSpPr>
        <p:sp>
          <p:nvSpPr>
            <p:cNvPr id="93" name="Google Shape;93;p1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1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96" name="Google Shape;96;p1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97" name="Google Shape;97;p1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
    <p:spTree>
      <p:nvGrpSpPr>
        <p:cNvPr id="99" name="Shape 99"/>
        <p:cNvGrpSpPr/>
        <p:nvPr/>
      </p:nvGrpSpPr>
      <p:grpSpPr>
        <a:xfrm>
          <a:off x="0" y="0"/>
          <a:ext cx="0" cy="0"/>
          <a:chOff x="0" y="0"/>
          <a:chExt cx="0" cy="0"/>
        </a:xfrm>
      </p:grpSpPr>
      <p:pic>
        <p:nvPicPr>
          <p:cNvPr descr="Side view of hands writing in a notebook at a cafe" id="100" name="Google Shape;100;p12"/>
          <p:cNvPicPr preferRelativeResize="0"/>
          <p:nvPr/>
        </p:nvPicPr>
        <p:blipFill rotWithShape="1">
          <a:blip r:embed="rId2">
            <a:alphaModFix/>
          </a:blip>
          <a:srcRect b="26447" l="9051" r="54351" t="12064"/>
          <a:stretch/>
        </p:blipFill>
        <p:spPr>
          <a:xfrm>
            <a:off x="1" y="-50"/>
            <a:ext cx="4572000" cy="5143501"/>
          </a:xfrm>
          <a:prstGeom prst="rect">
            <a:avLst/>
          </a:prstGeom>
          <a:noFill/>
          <a:ln>
            <a:noFill/>
          </a:ln>
        </p:spPr>
      </p:pic>
      <p:sp>
        <p:nvSpPr>
          <p:cNvPr id="101" name="Google Shape;101;p12"/>
          <p:cNvSpPr/>
          <p:nvPr/>
        </p:nvSpPr>
        <p:spPr>
          <a:xfrm>
            <a:off x="1650" y="0"/>
            <a:ext cx="4568700" cy="5143500"/>
          </a:xfrm>
          <a:prstGeom prst="rect">
            <a:avLst/>
          </a:prstGeom>
          <a:solidFill>
            <a:srgbClr val="178D7D">
              <a:alpha val="68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2"/>
          <p:cNvGrpSpPr/>
          <p:nvPr/>
        </p:nvGrpSpPr>
        <p:grpSpPr>
          <a:xfrm>
            <a:off x="830392" y="1191256"/>
            <a:ext cx="745763" cy="45826"/>
            <a:chOff x="4580561" y="2589004"/>
            <a:chExt cx="1064464" cy="25200"/>
          </a:xfrm>
        </p:grpSpPr>
        <p:sp>
          <p:nvSpPr>
            <p:cNvPr id="103" name="Google Shape;103;p12"/>
            <p:cNvSpPr/>
            <p:nvPr/>
          </p:nvSpPr>
          <p:spPr>
            <a:xfrm rot="-5400000">
              <a:off x="5366325" y="2335504"/>
              <a:ext cx="25200" cy="532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2"/>
            <p:cNvSpPr/>
            <p:nvPr/>
          </p:nvSpPr>
          <p:spPr>
            <a:xfrm rot="-5400000">
              <a:off x="4836311" y="2333254"/>
              <a:ext cx="25200" cy="536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2"/>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3000"/>
              <a:buNone/>
              <a:defRPr sz="3000">
                <a:solidFill>
                  <a:srgbClr val="FFFFFF"/>
                </a:solidFill>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p:txBody>
      </p:sp>
      <p:sp>
        <p:nvSpPr>
          <p:cNvPr id="106" name="Google Shape;106;p12"/>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600"/>
              <a:buNone/>
              <a:defRPr sz="1600">
                <a:solidFill>
                  <a:srgbClr val="FFFFFF"/>
                </a:solidFill>
              </a:defRPr>
            </a:lvl1pPr>
            <a:lvl2pPr lvl="1" rtl="0">
              <a:lnSpc>
                <a:spcPct val="100000"/>
              </a:lnSpc>
              <a:spcBef>
                <a:spcPts val="0"/>
              </a:spcBef>
              <a:spcAft>
                <a:spcPts val="0"/>
              </a:spcAft>
              <a:buClr>
                <a:srgbClr val="FFFFFF"/>
              </a:buClr>
              <a:buSzPts val="1600"/>
              <a:buNone/>
              <a:defRPr sz="1600">
                <a:solidFill>
                  <a:srgbClr val="FFFFFF"/>
                </a:solidFill>
              </a:defRPr>
            </a:lvl2pPr>
            <a:lvl3pPr lvl="2" rtl="0">
              <a:lnSpc>
                <a:spcPct val="100000"/>
              </a:lnSpc>
              <a:spcBef>
                <a:spcPts val="0"/>
              </a:spcBef>
              <a:spcAft>
                <a:spcPts val="0"/>
              </a:spcAft>
              <a:buClr>
                <a:srgbClr val="FFFFFF"/>
              </a:buClr>
              <a:buSzPts val="1600"/>
              <a:buNone/>
              <a:defRPr sz="1600">
                <a:solidFill>
                  <a:srgbClr val="FFFFFF"/>
                </a:solidFill>
              </a:defRPr>
            </a:lvl3pPr>
            <a:lvl4pPr lvl="3" rtl="0">
              <a:lnSpc>
                <a:spcPct val="100000"/>
              </a:lnSpc>
              <a:spcBef>
                <a:spcPts val="0"/>
              </a:spcBef>
              <a:spcAft>
                <a:spcPts val="0"/>
              </a:spcAft>
              <a:buClr>
                <a:srgbClr val="FFFFFF"/>
              </a:buClr>
              <a:buSzPts val="1600"/>
              <a:buNone/>
              <a:defRPr sz="1600">
                <a:solidFill>
                  <a:srgbClr val="FFFFFF"/>
                </a:solidFill>
              </a:defRPr>
            </a:lvl4pPr>
            <a:lvl5pPr lvl="4" rtl="0">
              <a:lnSpc>
                <a:spcPct val="100000"/>
              </a:lnSpc>
              <a:spcBef>
                <a:spcPts val="0"/>
              </a:spcBef>
              <a:spcAft>
                <a:spcPts val="0"/>
              </a:spcAft>
              <a:buClr>
                <a:srgbClr val="FFFFFF"/>
              </a:buClr>
              <a:buSzPts val="1600"/>
              <a:buNone/>
              <a:defRPr sz="1600">
                <a:solidFill>
                  <a:srgbClr val="FFFFFF"/>
                </a:solidFill>
              </a:defRPr>
            </a:lvl5pPr>
            <a:lvl6pPr lvl="5" rtl="0">
              <a:lnSpc>
                <a:spcPct val="100000"/>
              </a:lnSpc>
              <a:spcBef>
                <a:spcPts val="0"/>
              </a:spcBef>
              <a:spcAft>
                <a:spcPts val="0"/>
              </a:spcAft>
              <a:buClr>
                <a:srgbClr val="FFFFFF"/>
              </a:buClr>
              <a:buSzPts val="1600"/>
              <a:buNone/>
              <a:defRPr sz="1600">
                <a:solidFill>
                  <a:srgbClr val="FFFFFF"/>
                </a:solidFill>
              </a:defRPr>
            </a:lvl6pPr>
            <a:lvl7pPr lvl="6" rtl="0">
              <a:lnSpc>
                <a:spcPct val="100000"/>
              </a:lnSpc>
              <a:spcBef>
                <a:spcPts val="0"/>
              </a:spcBef>
              <a:spcAft>
                <a:spcPts val="0"/>
              </a:spcAft>
              <a:buClr>
                <a:srgbClr val="FFFFFF"/>
              </a:buClr>
              <a:buSzPts val="1600"/>
              <a:buNone/>
              <a:defRPr sz="1600">
                <a:solidFill>
                  <a:srgbClr val="FFFFFF"/>
                </a:solidFill>
              </a:defRPr>
            </a:lvl7pPr>
            <a:lvl8pPr lvl="7" rtl="0">
              <a:lnSpc>
                <a:spcPct val="100000"/>
              </a:lnSpc>
              <a:spcBef>
                <a:spcPts val="0"/>
              </a:spcBef>
              <a:spcAft>
                <a:spcPts val="0"/>
              </a:spcAft>
              <a:buClr>
                <a:srgbClr val="FFFFFF"/>
              </a:buClr>
              <a:buSzPts val="1600"/>
              <a:buNone/>
              <a:defRPr sz="1600">
                <a:solidFill>
                  <a:srgbClr val="FFFFFF"/>
                </a:solidFill>
              </a:defRPr>
            </a:lvl8pPr>
            <a:lvl9pPr lvl="8" rtl="0">
              <a:lnSpc>
                <a:spcPct val="100000"/>
              </a:lnSpc>
              <a:spcBef>
                <a:spcPts val="0"/>
              </a:spcBef>
              <a:spcAft>
                <a:spcPts val="0"/>
              </a:spcAft>
              <a:buClr>
                <a:srgbClr val="FFFFFF"/>
              </a:buClr>
              <a:buSzPts val="1600"/>
              <a:buNone/>
              <a:defRPr sz="1600">
                <a:solidFill>
                  <a:srgbClr val="FFFFFF"/>
                </a:solidFill>
              </a:defRPr>
            </a:lvl9pPr>
          </a:lstStyle>
          <a:p/>
        </p:txBody>
      </p:sp>
      <p:sp>
        <p:nvSpPr>
          <p:cNvPr id="107" name="Google Shape;107;p12"/>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8" name="Google Shape;108;p12"/>
          <p:cNvSpPr txBox="1"/>
          <p:nvPr>
            <p:ph idx="12" type="sldNum"/>
          </p:nvPr>
        </p:nvSpPr>
        <p:spPr>
          <a:xfrm>
            <a:off x="8536300" y="4749850"/>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2">
  <p:cSld name="SECTION_TITLE_AND_DESCRIPTION_1_2">
    <p:spTree>
      <p:nvGrpSpPr>
        <p:cNvPr id="109" name="Shape 109"/>
        <p:cNvGrpSpPr/>
        <p:nvPr/>
      </p:nvGrpSpPr>
      <p:grpSpPr>
        <a:xfrm>
          <a:off x="0" y="0"/>
          <a:ext cx="0" cy="0"/>
          <a:chOff x="0" y="0"/>
          <a:chExt cx="0" cy="0"/>
        </a:xfrm>
      </p:grpSpPr>
      <p:pic>
        <p:nvPicPr>
          <p:cNvPr id="110" name="Google Shape;110;p13"/>
          <p:cNvPicPr preferRelativeResize="0"/>
          <p:nvPr/>
        </p:nvPicPr>
        <p:blipFill rotWithShape="1">
          <a:blip r:embed="rId2">
            <a:alphaModFix/>
          </a:blip>
          <a:srcRect b="0" l="31883" r="25713" t="8097"/>
          <a:stretch/>
        </p:blipFill>
        <p:spPr>
          <a:xfrm>
            <a:off x="0" y="0"/>
            <a:ext cx="4575250" cy="5143500"/>
          </a:xfrm>
          <a:prstGeom prst="rect">
            <a:avLst/>
          </a:prstGeom>
          <a:noFill/>
          <a:ln>
            <a:noFill/>
          </a:ln>
        </p:spPr>
      </p:pic>
      <p:sp>
        <p:nvSpPr>
          <p:cNvPr id="111" name="Google Shape;111;p13"/>
          <p:cNvSpPr/>
          <p:nvPr/>
        </p:nvSpPr>
        <p:spPr>
          <a:xfrm>
            <a:off x="-75" y="0"/>
            <a:ext cx="4572000" cy="5143500"/>
          </a:xfrm>
          <a:prstGeom prst="rect">
            <a:avLst/>
          </a:prstGeom>
          <a:solidFill>
            <a:srgbClr val="178D7D">
              <a:alpha val="68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 name="Google Shape;112;p13"/>
          <p:cNvGrpSpPr/>
          <p:nvPr/>
        </p:nvGrpSpPr>
        <p:grpSpPr>
          <a:xfrm>
            <a:off x="830392" y="1191256"/>
            <a:ext cx="745763" cy="45826"/>
            <a:chOff x="4580561" y="2589004"/>
            <a:chExt cx="1064464" cy="25200"/>
          </a:xfrm>
        </p:grpSpPr>
        <p:sp>
          <p:nvSpPr>
            <p:cNvPr id="113" name="Google Shape;113;p13"/>
            <p:cNvSpPr/>
            <p:nvPr/>
          </p:nvSpPr>
          <p:spPr>
            <a:xfrm rot="-5400000">
              <a:off x="5366325" y="2335504"/>
              <a:ext cx="25200" cy="532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3"/>
            <p:cNvSpPr/>
            <p:nvPr/>
          </p:nvSpPr>
          <p:spPr>
            <a:xfrm rot="-5400000">
              <a:off x="4836311" y="2333254"/>
              <a:ext cx="25200" cy="536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 name="Google Shape;115;p13"/>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3000"/>
              <a:buNone/>
              <a:defRPr sz="3000">
                <a:solidFill>
                  <a:srgbClr val="FFFFFF"/>
                </a:solidFill>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p:txBody>
      </p:sp>
      <p:sp>
        <p:nvSpPr>
          <p:cNvPr id="116" name="Google Shape;116;p13"/>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600"/>
              <a:buNone/>
              <a:defRPr sz="1600">
                <a:solidFill>
                  <a:srgbClr val="FFFFFF"/>
                </a:solidFill>
              </a:defRPr>
            </a:lvl1pPr>
            <a:lvl2pPr lvl="1" rtl="0">
              <a:lnSpc>
                <a:spcPct val="100000"/>
              </a:lnSpc>
              <a:spcBef>
                <a:spcPts val="0"/>
              </a:spcBef>
              <a:spcAft>
                <a:spcPts val="0"/>
              </a:spcAft>
              <a:buClr>
                <a:srgbClr val="FFFFFF"/>
              </a:buClr>
              <a:buSzPts val="1600"/>
              <a:buNone/>
              <a:defRPr sz="1600">
                <a:solidFill>
                  <a:srgbClr val="FFFFFF"/>
                </a:solidFill>
              </a:defRPr>
            </a:lvl2pPr>
            <a:lvl3pPr lvl="2" rtl="0">
              <a:lnSpc>
                <a:spcPct val="100000"/>
              </a:lnSpc>
              <a:spcBef>
                <a:spcPts val="0"/>
              </a:spcBef>
              <a:spcAft>
                <a:spcPts val="0"/>
              </a:spcAft>
              <a:buClr>
                <a:srgbClr val="FFFFFF"/>
              </a:buClr>
              <a:buSzPts val="1600"/>
              <a:buNone/>
              <a:defRPr sz="1600">
                <a:solidFill>
                  <a:srgbClr val="FFFFFF"/>
                </a:solidFill>
              </a:defRPr>
            </a:lvl3pPr>
            <a:lvl4pPr lvl="3" rtl="0">
              <a:lnSpc>
                <a:spcPct val="100000"/>
              </a:lnSpc>
              <a:spcBef>
                <a:spcPts val="0"/>
              </a:spcBef>
              <a:spcAft>
                <a:spcPts val="0"/>
              </a:spcAft>
              <a:buClr>
                <a:srgbClr val="FFFFFF"/>
              </a:buClr>
              <a:buSzPts val="1600"/>
              <a:buNone/>
              <a:defRPr sz="1600">
                <a:solidFill>
                  <a:srgbClr val="FFFFFF"/>
                </a:solidFill>
              </a:defRPr>
            </a:lvl4pPr>
            <a:lvl5pPr lvl="4" rtl="0">
              <a:lnSpc>
                <a:spcPct val="100000"/>
              </a:lnSpc>
              <a:spcBef>
                <a:spcPts val="0"/>
              </a:spcBef>
              <a:spcAft>
                <a:spcPts val="0"/>
              </a:spcAft>
              <a:buClr>
                <a:srgbClr val="FFFFFF"/>
              </a:buClr>
              <a:buSzPts val="1600"/>
              <a:buNone/>
              <a:defRPr sz="1600">
                <a:solidFill>
                  <a:srgbClr val="FFFFFF"/>
                </a:solidFill>
              </a:defRPr>
            </a:lvl5pPr>
            <a:lvl6pPr lvl="5" rtl="0">
              <a:lnSpc>
                <a:spcPct val="100000"/>
              </a:lnSpc>
              <a:spcBef>
                <a:spcPts val="0"/>
              </a:spcBef>
              <a:spcAft>
                <a:spcPts val="0"/>
              </a:spcAft>
              <a:buClr>
                <a:srgbClr val="FFFFFF"/>
              </a:buClr>
              <a:buSzPts val="1600"/>
              <a:buNone/>
              <a:defRPr sz="1600">
                <a:solidFill>
                  <a:srgbClr val="FFFFFF"/>
                </a:solidFill>
              </a:defRPr>
            </a:lvl6pPr>
            <a:lvl7pPr lvl="6" rtl="0">
              <a:lnSpc>
                <a:spcPct val="100000"/>
              </a:lnSpc>
              <a:spcBef>
                <a:spcPts val="0"/>
              </a:spcBef>
              <a:spcAft>
                <a:spcPts val="0"/>
              </a:spcAft>
              <a:buClr>
                <a:srgbClr val="FFFFFF"/>
              </a:buClr>
              <a:buSzPts val="1600"/>
              <a:buNone/>
              <a:defRPr sz="1600">
                <a:solidFill>
                  <a:srgbClr val="FFFFFF"/>
                </a:solidFill>
              </a:defRPr>
            </a:lvl7pPr>
            <a:lvl8pPr lvl="7" rtl="0">
              <a:lnSpc>
                <a:spcPct val="100000"/>
              </a:lnSpc>
              <a:spcBef>
                <a:spcPts val="0"/>
              </a:spcBef>
              <a:spcAft>
                <a:spcPts val="0"/>
              </a:spcAft>
              <a:buClr>
                <a:srgbClr val="FFFFFF"/>
              </a:buClr>
              <a:buSzPts val="1600"/>
              <a:buNone/>
              <a:defRPr sz="1600">
                <a:solidFill>
                  <a:srgbClr val="FFFFFF"/>
                </a:solidFill>
              </a:defRPr>
            </a:lvl8pPr>
            <a:lvl9pPr lvl="8" rtl="0">
              <a:lnSpc>
                <a:spcPct val="100000"/>
              </a:lnSpc>
              <a:spcBef>
                <a:spcPts val="0"/>
              </a:spcBef>
              <a:spcAft>
                <a:spcPts val="0"/>
              </a:spcAft>
              <a:buClr>
                <a:srgbClr val="FFFFFF"/>
              </a:buClr>
              <a:buSzPts val="1600"/>
              <a:buNone/>
              <a:defRPr sz="1600">
                <a:solidFill>
                  <a:srgbClr val="FFFFFF"/>
                </a:solidFill>
              </a:defRPr>
            </a:lvl9pPr>
          </a:lstStyle>
          <a:p/>
        </p:txBody>
      </p:sp>
      <p:sp>
        <p:nvSpPr>
          <p:cNvPr id="117" name="Google Shape;117;p13"/>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8" name="Google Shape;118;p1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9" name="Shape 119"/>
        <p:cNvGrpSpPr/>
        <p:nvPr/>
      </p:nvGrpSpPr>
      <p:grpSpPr>
        <a:xfrm>
          <a:off x="0" y="0"/>
          <a:ext cx="0" cy="0"/>
          <a:chOff x="0" y="0"/>
          <a:chExt cx="0" cy="0"/>
        </a:xfrm>
      </p:grpSpPr>
      <p:sp>
        <p:nvSpPr>
          <p:cNvPr id="120" name="Google Shape;120;p14"/>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21" name="Google Shape;121;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22" name="Shape 122"/>
        <p:cNvGrpSpPr/>
        <p:nvPr/>
      </p:nvGrpSpPr>
      <p:grpSpPr>
        <a:xfrm>
          <a:off x="0" y="0"/>
          <a:ext cx="0" cy="0"/>
          <a:chOff x="0" y="0"/>
          <a:chExt cx="0" cy="0"/>
        </a:xfrm>
      </p:grpSpPr>
      <p:grpSp>
        <p:nvGrpSpPr>
          <p:cNvPr id="123" name="Google Shape;123;p15"/>
          <p:cNvGrpSpPr/>
          <p:nvPr/>
        </p:nvGrpSpPr>
        <p:grpSpPr>
          <a:xfrm>
            <a:off x="830392" y="4169130"/>
            <a:ext cx="745763" cy="45826"/>
            <a:chOff x="4580561" y="2589004"/>
            <a:chExt cx="1064464" cy="25200"/>
          </a:xfrm>
        </p:grpSpPr>
        <p:sp>
          <p:nvSpPr>
            <p:cNvPr id="124" name="Google Shape;124;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6" name="Google Shape;126;p15"/>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27" name="Google Shape;127;p15"/>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128" name="Google Shape;128;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drive.google.com/file/d/13RgQMMBxPJ9TW-3TRm5yIrKEul6JLUC5/view" TargetMode="External"/><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7"/>
          <p:cNvSpPr txBox="1"/>
          <p:nvPr>
            <p:ph type="ctrTitle"/>
          </p:nvPr>
        </p:nvSpPr>
        <p:spPr>
          <a:xfrm>
            <a:off x="729450" y="1322450"/>
            <a:ext cx="6509700" cy="144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 Id: </a:t>
            </a:r>
            <a:r>
              <a:rPr lang="en">
                <a:latin typeface="Lato"/>
                <a:ea typeface="Lato"/>
                <a:cs typeface="Lato"/>
                <a:sym typeface="Lato"/>
              </a:rPr>
              <a:t>H26EDU10</a:t>
            </a:r>
            <a:endParaRPr>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6" name="Google Shape;136;p17"/>
          <p:cNvSpPr txBox="1"/>
          <p:nvPr>
            <p:ph idx="1" type="subTitle"/>
          </p:nvPr>
        </p:nvSpPr>
        <p:spPr>
          <a:xfrm>
            <a:off x="729450" y="2309850"/>
            <a:ext cx="7883400" cy="107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Project Title </a:t>
            </a:r>
            <a:r>
              <a:rPr lang="en" sz="1800"/>
              <a:t>- VerifyEdu</a:t>
            </a:r>
            <a:endParaRPr sz="1800"/>
          </a:p>
          <a:p>
            <a:pPr indent="0" lvl="0" marL="0" rtl="0" algn="l">
              <a:spcBef>
                <a:spcPts val="0"/>
              </a:spcBef>
              <a:spcAft>
                <a:spcPts val="0"/>
              </a:spcAft>
              <a:buNone/>
            </a:pPr>
            <a:r>
              <a:rPr b="1" lang="en" sz="1800"/>
              <a:t>Team Lead Name </a:t>
            </a:r>
            <a:r>
              <a:rPr lang="en" sz="1800"/>
              <a:t>- Mustafa Sethjiwala</a:t>
            </a:r>
            <a:endParaRPr sz="1800"/>
          </a:p>
          <a:p>
            <a:pPr indent="0" lvl="0" marL="0" rtl="0" algn="l">
              <a:spcBef>
                <a:spcPts val="0"/>
              </a:spcBef>
              <a:spcAft>
                <a:spcPts val="0"/>
              </a:spcAft>
              <a:buNone/>
            </a:pPr>
            <a:r>
              <a:rPr b="1" lang="en" sz="1800"/>
              <a:t>Team Members Name </a:t>
            </a:r>
            <a:r>
              <a:rPr lang="en" sz="1800"/>
              <a:t>- Subham Kumar Gupta, Sneha Arya</a:t>
            </a:r>
            <a:endParaRPr sz="1800"/>
          </a:p>
          <a:p>
            <a:pPr indent="0" lvl="0" marL="0" rtl="0" algn="l">
              <a:spcBef>
                <a:spcPts val="0"/>
              </a:spcBef>
              <a:spcAft>
                <a:spcPts val="0"/>
              </a:spcAft>
              <a:buNone/>
            </a:pPr>
            <a:r>
              <a:rPr b="1" lang="en" sz="1800"/>
              <a:t>College Name</a:t>
            </a:r>
            <a:r>
              <a:rPr lang="en" sz="1800"/>
              <a:t> - National Institute of Technology, Tiruchirappalli</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0" name="Shape 140"/>
        <p:cNvGrpSpPr/>
        <p:nvPr/>
      </p:nvGrpSpPr>
      <p:grpSpPr>
        <a:xfrm>
          <a:off x="0" y="0"/>
          <a:ext cx="0" cy="0"/>
          <a:chOff x="0" y="0"/>
          <a:chExt cx="0" cy="0"/>
        </a:xfrm>
      </p:grpSpPr>
      <p:sp>
        <p:nvSpPr>
          <p:cNvPr id="141" name="Google Shape;141;p18"/>
          <p:cNvSpPr txBox="1"/>
          <p:nvPr>
            <p:ph type="title"/>
          </p:nvPr>
        </p:nvSpPr>
        <p:spPr>
          <a:xfrm>
            <a:off x="727800" y="115280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D966"/>
                </a:solidFill>
              </a:rPr>
              <a:t>Problem Statement</a:t>
            </a:r>
            <a:endParaRPr>
              <a:solidFill>
                <a:srgbClr val="FFD966"/>
              </a:solidFill>
            </a:endParaRPr>
          </a:p>
          <a:p>
            <a:pPr indent="0" lvl="0" marL="0" rtl="0" algn="l">
              <a:spcBef>
                <a:spcPts val="0"/>
              </a:spcBef>
              <a:spcAft>
                <a:spcPts val="0"/>
              </a:spcAft>
              <a:buNone/>
            </a:pPr>
            <a:r>
              <a:rPr lang="en" sz="1600"/>
              <a:t>Students can use AI tools to do their assignments without having any real knowledge of the subject. There is no way to check whether the student has really learned the concepts.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solidFill>
                <a:srgbClr val="FFD966"/>
              </a:solidFill>
            </a:endParaRPr>
          </a:p>
          <a:p>
            <a:pPr indent="0" lvl="0" marL="0" rtl="0" algn="l">
              <a:spcBef>
                <a:spcPts val="0"/>
              </a:spcBef>
              <a:spcAft>
                <a:spcPts val="0"/>
              </a:spcAft>
              <a:buNone/>
            </a:pPr>
            <a:r>
              <a:rPr lang="en" sz="1600">
                <a:solidFill>
                  <a:srgbClr val="FFD966"/>
                </a:solidFill>
              </a:rPr>
              <a:t>Objective of our solution</a:t>
            </a:r>
            <a:endParaRPr sz="1600">
              <a:solidFill>
                <a:srgbClr val="FFD966"/>
              </a:solidFill>
            </a:endParaRPr>
          </a:p>
          <a:p>
            <a:pPr indent="-330200" lvl="0" marL="457200" rtl="0" algn="l">
              <a:spcBef>
                <a:spcPts val="0"/>
              </a:spcBef>
              <a:spcAft>
                <a:spcPts val="0"/>
              </a:spcAft>
              <a:buSzPts val="1600"/>
              <a:buChar char="●"/>
            </a:pPr>
            <a:r>
              <a:rPr lang="en" sz="1600"/>
              <a:t>Verify genuine student understanding, not just detect AI-generated text</a:t>
            </a:r>
            <a:endParaRPr sz="1600"/>
          </a:p>
          <a:p>
            <a:pPr indent="-330200" lvl="0" marL="457200" rtl="0" algn="l">
              <a:spcBef>
                <a:spcPts val="0"/>
              </a:spcBef>
              <a:spcAft>
                <a:spcPts val="0"/>
              </a:spcAft>
              <a:buSzPts val="1600"/>
              <a:buChar char="●"/>
            </a:pPr>
            <a:r>
              <a:rPr lang="en" sz="1600"/>
              <a:t>Generate assignment-specific quizzes automatically using AI.</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5" name="Shape 145"/>
        <p:cNvGrpSpPr/>
        <p:nvPr/>
      </p:nvGrpSpPr>
      <p:grpSpPr>
        <a:xfrm>
          <a:off x="0" y="0"/>
          <a:ext cx="0" cy="0"/>
          <a:chOff x="0" y="0"/>
          <a:chExt cx="0" cy="0"/>
        </a:xfrm>
      </p:grpSpPr>
      <p:sp>
        <p:nvSpPr>
          <p:cNvPr id="146" name="Google Shape;146;p19"/>
          <p:cNvSpPr txBox="1"/>
          <p:nvPr>
            <p:ph type="title"/>
          </p:nvPr>
        </p:nvSpPr>
        <p:spPr>
          <a:xfrm>
            <a:off x="98600" y="41450"/>
            <a:ext cx="1959300" cy="117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Block </a:t>
            </a:r>
            <a:endParaRPr>
              <a:solidFill>
                <a:schemeClr val="dk1"/>
              </a:solidFill>
            </a:endParaRPr>
          </a:p>
          <a:p>
            <a:pPr indent="0" lvl="0" marL="0" rtl="0" algn="l">
              <a:spcBef>
                <a:spcPts val="0"/>
              </a:spcBef>
              <a:spcAft>
                <a:spcPts val="0"/>
              </a:spcAft>
              <a:buNone/>
            </a:pPr>
            <a:r>
              <a:rPr lang="en">
                <a:solidFill>
                  <a:schemeClr val="dk1"/>
                </a:solidFill>
              </a:rPr>
              <a:t>diagram</a:t>
            </a:r>
            <a:endParaRPr b="0">
              <a:solidFill>
                <a:schemeClr val="dk1"/>
              </a:solidFill>
            </a:endParaRPr>
          </a:p>
        </p:txBody>
      </p:sp>
      <p:pic>
        <p:nvPicPr>
          <p:cNvPr id="147" name="Google Shape;147;p19" title="Screenshot 2026-08-01 at 2.37.54 PM.png"/>
          <p:cNvPicPr preferRelativeResize="0"/>
          <p:nvPr/>
        </p:nvPicPr>
        <p:blipFill>
          <a:blip r:embed="rId3">
            <a:alphaModFix/>
          </a:blip>
          <a:stretch>
            <a:fillRect/>
          </a:stretch>
        </p:blipFill>
        <p:spPr>
          <a:xfrm>
            <a:off x="1974549" y="250025"/>
            <a:ext cx="6977549" cy="45173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0"/>
          <p:cNvSpPr txBox="1"/>
          <p:nvPr>
            <p:ph type="title"/>
          </p:nvPr>
        </p:nvSpPr>
        <p:spPr>
          <a:xfrm>
            <a:off x="591200" y="354725"/>
            <a:ext cx="7688400" cy="80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D966"/>
                </a:solidFill>
              </a:rPr>
              <a:t>Algorithms/Techniques</a:t>
            </a:r>
            <a:endParaRPr>
              <a:solidFill>
                <a:srgbClr val="FFD966"/>
              </a:solidFill>
            </a:endParaRPr>
          </a:p>
        </p:txBody>
      </p:sp>
      <p:sp>
        <p:nvSpPr>
          <p:cNvPr id="153" name="Google Shape;153;p20"/>
          <p:cNvSpPr txBox="1"/>
          <p:nvPr>
            <p:ph type="title"/>
          </p:nvPr>
        </p:nvSpPr>
        <p:spPr>
          <a:xfrm>
            <a:off x="727800" y="1251325"/>
            <a:ext cx="7688400" cy="380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D966"/>
                </a:solidFill>
              </a:rPr>
              <a:t>For Text Chunking</a:t>
            </a:r>
            <a:endParaRPr sz="1800">
              <a:solidFill>
                <a:srgbClr val="FFD966"/>
              </a:solidFill>
            </a:endParaRPr>
          </a:p>
          <a:p>
            <a:pPr indent="-330200" lvl="0" marL="457200" rtl="0" algn="l">
              <a:spcBef>
                <a:spcPts val="0"/>
              </a:spcBef>
              <a:spcAft>
                <a:spcPts val="0"/>
              </a:spcAft>
              <a:buSzPts val="1600"/>
              <a:buChar char="●"/>
            </a:pPr>
            <a:r>
              <a:rPr lang="en" sz="1600"/>
              <a:t>Rule based sentence boundary detection</a:t>
            </a:r>
            <a:endParaRPr sz="1600"/>
          </a:p>
          <a:p>
            <a:pPr indent="-330200" lvl="0" marL="457200" rtl="0" algn="l">
              <a:spcBef>
                <a:spcPts val="0"/>
              </a:spcBef>
              <a:spcAft>
                <a:spcPts val="0"/>
              </a:spcAft>
              <a:buSzPts val="1600"/>
              <a:buChar char="●"/>
            </a:pPr>
            <a:r>
              <a:rPr lang="en" sz="1600"/>
              <a:t>Greedy Sliding Window chunking</a:t>
            </a:r>
            <a:endParaRPr sz="1600"/>
          </a:p>
          <a:p>
            <a:pPr indent="-330200" lvl="0" marL="457200" rtl="0" algn="l">
              <a:spcBef>
                <a:spcPts val="0"/>
              </a:spcBef>
              <a:spcAft>
                <a:spcPts val="0"/>
              </a:spcAft>
              <a:buSzPts val="1600"/>
              <a:buChar char="●"/>
            </a:pPr>
            <a:r>
              <a:rPr lang="en" sz="1600"/>
              <a:t>Sliding window chunking with overlap</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800">
                <a:solidFill>
                  <a:srgbClr val="FFD966"/>
                </a:solidFill>
              </a:rPr>
              <a:t>For Embedding Generation</a:t>
            </a:r>
            <a:endParaRPr sz="1800">
              <a:solidFill>
                <a:srgbClr val="FFD966"/>
              </a:solidFill>
            </a:endParaRPr>
          </a:p>
          <a:p>
            <a:pPr indent="-330200" lvl="0" marL="457200" rtl="0" algn="l">
              <a:spcBef>
                <a:spcPts val="0"/>
              </a:spcBef>
              <a:spcAft>
                <a:spcPts val="0"/>
              </a:spcAft>
              <a:buSzPts val="1600"/>
              <a:buChar char="●"/>
            </a:pPr>
            <a:r>
              <a:rPr lang="en" sz="1600"/>
              <a:t>Transformer-based sentence embedding (all-MiniLM-L6-v2)</a:t>
            </a:r>
            <a:endParaRPr sz="1600"/>
          </a:p>
          <a:p>
            <a:pPr indent="-330200" lvl="0" marL="457200" rtl="0" algn="l">
              <a:spcBef>
                <a:spcPts val="0"/>
              </a:spcBef>
              <a:spcAft>
                <a:spcPts val="0"/>
              </a:spcAft>
              <a:buSzPts val="1600"/>
              <a:buChar char="●"/>
            </a:pPr>
            <a:r>
              <a:rPr lang="en" sz="1600"/>
              <a:t>Mean pooling</a:t>
            </a:r>
            <a:endParaRPr sz="1600"/>
          </a:p>
          <a:p>
            <a:pPr indent="-330200" lvl="0" marL="457200" rtl="0" algn="l">
              <a:spcBef>
                <a:spcPts val="0"/>
              </a:spcBef>
              <a:spcAft>
                <a:spcPts val="0"/>
              </a:spcAft>
              <a:buSzPts val="1600"/>
              <a:buChar char="●"/>
            </a:pPr>
            <a:r>
              <a:rPr lang="en" sz="1600"/>
              <a:t>L2 Normalizing</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800">
                <a:solidFill>
                  <a:srgbClr val="FFD966"/>
                </a:solidFill>
              </a:rPr>
              <a:t>Vector Storage and retrieval</a:t>
            </a:r>
            <a:endParaRPr sz="1800">
              <a:solidFill>
                <a:srgbClr val="FFD966"/>
              </a:solidFill>
            </a:endParaRPr>
          </a:p>
          <a:p>
            <a:pPr indent="-330200" lvl="0" marL="457200" rtl="0" algn="l">
              <a:spcBef>
                <a:spcPts val="0"/>
              </a:spcBef>
              <a:spcAft>
                <a:spcPts val="0"/>
              </a:spcAft>
              <a:buSzPts val="1600"/>
              <a:buChar char="●"/>
            </a:pPr>
            <a:r>
              <a:rPr lang="en" sz="1600"/>
              <a:t>FAISS vector indexing</a:t>
            </a:r>
            <a:endParaRPr sz="1600"/>
          </a:p>
          <a:p>
            <a:pPr indent="-330200" lvl="0" marL="457200" rtl="0" algn="l">
              <a:spcBef>
                <a:spcPts val="0"/>
              </a:spcBef>
              <a:spcAft>
                <a:spcPts val="0"/>
              </a:spcAft>
              <a:buSzPts val="1600"/>
              <a:buChar char="●"/>
            </a:pPr>
            <a:r>
              <a:rPr lang="en" sz="1600"/>
              <a:t>Cosine similarity</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1"/>
          <p:cNvSpPr txBox="1"/>
          <p:nvPr>
            <p:ph type="title"/>
          </p:nvPr>
        </p:nvSpPr>
        <p:spPr>
          <a:xfrm>
            <a:off x="591200" y="354725"/>
            <a:ext cx="7688400" cy="80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D966"/>
                </a:solidFill>
              </a:rPr>
              <a:t>Algorithms/Techniques</a:t>
            </a:r>
            <a:endParaRPr>
              <a:solidFill>
                <a:srgbClr val="FFD966"/>
              </a:solidFill>
            </a:endParaRPr>
          </a:p>
        </p:txBody>
      </p:sp>
      <p:sp>
        <p:nvSpPr>
          <p:cNvPr id="159" name="Google Shape;159;p21"/>
          <p:cNvSpPr txBox="1"/>
          <p:nvPr>
            <p:ph type="title"/>
          </p:nvPr>
        </p:nvSpPr>
        <p:spPr>
          <a:xfrm>
            <a:off x="727800" y="1369625"/>
            <a:ext cx="7688400" cy="296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D966"/>
                </a:solidFill>
              </a:rPr>
              <a:t>For Ollama + LLM Quiz generation</a:t>
            </a:r>
            <a:endParaRPr sz="1800">
              <a:solidFill>
                <a:srgbClr val="FFD966"/>
              </a:solidFill>
            </a:endParaRPr>
          </a:p>
          <a:p>
            <a:pPr indent="-330200" lvl="0" marL="457200" rtl="0" algn="l">
              <a:spcBef>
                <a:spcPts val="0"/>
              </a:spcBef>
              <a:spcAft>
                <a:spcPts val="0"/>
              </a:spcAft>
              <a:buSzPts val="1600"/>
              <a:buChar char="●"/>
            </a:pPr>
            <a:r>
              <a:rPr lang="en" sz="1600"/>
              <a:t>Temperature controlled sampling</a:t>
            </a:r>
            <a:endParaRPr sz="1600"/>
          </a:p>
          <a:p>
            <a:pPr indent="-330200" lvl="0" marL="457200" rtl="0" algn="l">
              <a:spcBef>
                <a:spcPts val="0"/>
              </a:spcBef>
              <a:spcAft>
                <a:spcPts val="0"/>
              </a:spcAft>
              <a:buSzPts val="1600"/>
              <a:buChar char="●"/>
            </a:pPr>
            <a:r>
              <a:rPr lang="en" sz="1600"/>
              <a:t>RAG based grounding</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800">
                <a:solidFill>
                  <a:srgbClr val="FFD966"/>
                </a:solidFill>
              </a:rPr>
              <a:t>For Answer evaluation</a:t>
            </a:r>
            <a:endParaRPr sz="1800">
              <a:solidFill>
                <a:srgbClr val="FFD966"/>
              </a:solidFill>
            </a:endParaRPr>
          </a:p>
          <a:p>
            <a:pPr indent="-330200" lvl="0" marL="457200" rtl="0" algn="l">
              <a:spcBef>
                <a:spcPts val="0"/>
              </a:spcBef>
              <a:spcAft>
                <a:spcPts val="0"/>
              </a:spcAft>
              <a:buSzPts val="1600"/>
              <a:buChar char="●"/>
            </a:pPr>
            <a:r>
              <a:rPr lang="en" sz="1600"/>
              <a:t>Semantic similarity</a:t>
            </a:r>
            <a:endParaRPr sz="1600"/>
          </a:p>
          <a:p>
            <a:pPr indent="-330200" lvl="0" marL="457200" rtl="0" algn="l">
              <a:spcBef>
                <a:spcPts val="0"/>
              </a:spcBef>
              <a:spcAft>
                <a:spcPts val="0"/>
              </a:spcAft>
              <a:buSzPts val="1600"/>
              <a:buChar char="●"/>
            </a:pPr>
            <a:r>
              <a:rPr lang="en" sz="1600"/>
              <a:t>Keyword </a:t>
            </a:r>
            <a:r>
              <a:rPr lang="en" sz="1600"/>
              <a:t>coverage matching</a:t>
            </a:r>
            <a:endParaRPr sz="1600"/>
          </a:p>
          <a:p>
            <a:pPr indent="-330200" lvl="0" marL="457200" rtl="0" algn="l">
              <a:spcBef>
                <a:spcPts val="0"/>
              </a:spcBef>
              <a:spcAft>
                <a:spcPts val="0"/>
              </a:spcAft>
              <a:buSzPts val="1600"/>
              <a:buChar char="●"/>
            </a:pPr>
            <a:r>
              <a:rPr lang="en" sz="1600"/>
              <a:t>Concept-Term set overlap (Jaccard-style similarity)</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2"/>
          <p:cNvSpPr txBox="1"/>
          <p:nvPr>
            <p:ph type="title"/>
          </p:nvPr>
        </p:nvSpPr>
        <p:spPr>
          <a:xfrm>
            <a:off x="591200" y="354725"/>
            <a:ext cx="7688400" cy="80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D966"/>
                </a:solidFill>
              </a:rPr>
              <a:t>Technology Stack</a:t>
            </a:r>
            <a:endParaRPr>
              <a:solidFill>
                <a:srgbClr val="FFD966"/>
              </a:solidFill>
            </a:endParaRPr>
          </a:p>
        </p:txBody>
      </p:sp>
      <p:sp>
        <p:nvSpPr>
          <p:cNvPr id="165" name="Google Shape;165;p22"/>
          <p:cNvSpPr txBox="1"/>
          <p:nvPr>
            <p:ph type="title"/>
          </p:nvPr>
        </p:nvSpPr>
        <p:spPr>
          <a:xfrm>
            <a:off x="663925" y="1340075"/>
            <a:ext cx="2888400" cy="317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D966"/>
                </a:solidFill>
              </a:rPr>
              <a:t>Frontend</a:t>
            </a:r>
            <a:endParaRPr sz="1800">
              <a:solidFill>
                <a:srgbClr val="FFD966"/>
              </a:solidFill>
            </a:endParaRPr>
          </a:p>
          <a:p>
            <a:pPr indent="-330200" lvl="0" marL="457200" rtl="0" algn="l">
              <a:spcBef>
                <a:spcPts val="0"/>
              </a:spcBef>
              <a:spcAft>
                <a:spcPts val="0"/>
              </a:spcAft>
              <a:buSzPts val="1600"/>
              <a:buChar char="●"/>
            </a:pPr>
            <a:r>
              <a:rPr lang="en" sz="1600"/>
              <a:t>React + Vite</a:t>
            </a:r>
            <a:endParaRPr sz="1600"/>
          </a:p>
          <a:p>
            <a:pPr indent="-330200" lvl="0" marL="457200" rtl="0" algn="l">
              <a:spcBef>
                <a:spcPts val="0"/>
              </a:spcBef>
              <a:spcAft>
                <a:spcPts val="0"/>
              </a:spcAft>
              <a:buSzPts val="1600"/>
              <a:buChar char="●"/>
            </a:pPr>
            <a:r>
              <a:rPr lang="en" sz="1600"/>
              <a:t>Tailwind CSS</a:t>
            </a:r>
            <a:endParaRPr sz="1600"/>
          </a:p>
          <a:p>
            <a:pPr indent="-330200" lvl="0" marL="457200" rtl="0" algn="l">
              <a:spcBef>
                <a:spcPts val="0"/>
              </a:spcBef>
              <a:spcAft>
                <a:spcPts val="0"/>
              </a:spcAft>
              <a:buSzPts val="1600"/>
              <a:buChar char="●"/>
            </a:pPr>
            <a:r>
              <a:rPr lang="en" sz="1600"/>
              <a:t>React router</a:t>
            </a:r>
            <a:endParaRPr sz="1600"/>
          </a:p>
          <a:p>
            <a:pPr indent="-330200" lvl="0" marL="457200" rtl="0" algn="l">
              <a:spcBef>
                <a:spcPts val="0"/>
              </a:spcBef>
              <a:spcAft>
                <a:spcPts val="0"/>
              </a:spcAft>
              <a:buSzPts val="1600"/>
              <a:buChar char="●"/>
            </a:pPr>
            <a:r>
              <a:rPr lang="en" sz="1600"/>
              <a:t>Axios</a:t>
            </a:r>
            <a:endParaRPr sz="1600"/>
          </a:p>
          <a:p>
            <a:pPr indent="0" lvl="0" marL="0" rtl="0" algn="l">
              <a:spcBef>
                <a:spcPts val="0"/>
              </a:spcBef>
              <a:spcAft>
                <a:spcPts val="0"/>
              </a:spcAft>
              <a:buNone/>
            </a:pPr>
            <a:r>
              <a:t/>
            </a:r>
            <a:endParaRPr sz="1800">
              <a:solidFill>
                <a:srgbClr val="FFD966"/>
              </a:solidFill>
            </a:endParaRPr>
          </a:p>
          <a:p>
            <a:pPr indent="0" lvl="0" marL="0" rtl="0" algn="l">
              <a:spcBef>
                <a:spcPts val="0"/>
              </a:spcBef>
              <a:spcAft>
                <a:spcPts val="0"/>
              </a:spcAft>
              <a:buNone/>
            </a:pPr>
            <a:r>
              <a:rPr lang="en" sz="1800">
                <a:solidFill>
                  <a:srgbClr val="FFD966"/>
                </a:solidFill>
              </a:rPr>
              <a:t>Backend</a:t>
            </a:r>
            <a:endParaRPr sz="1800">
              <a:solidFill>
                <a:srgbClr val="FFD966"/>
              </a:solidFill>
            </a:endParaRPr>
          </a:p>
          <a:p>
            <a:pPr indent="-330200" lvl="0" marL="457200" rtl="0" algn="l">
              <a:spcBef>
                <a:spcPts val="0"/>
              </a:spcBef>
              <a:spcAft>
                <a:spcPts val="0"/>
              </a:spcAft>
              <a:buSzPts val="1600"/>
              <a:buChar char="●"/>
            </a:pPr>
            <a:r>
              <a:rPr lang="en" sz="1600"/>
              <a:t>Node.js </a:t>
            </a:r>
            <a:endParaRPr sz="1600"/>
          </a:p>
          <a:p>
            <a:pPr indent="-330200" lvl="0" marL="457200" rtl="0" algn="l">
              <a:spcBef>
                <a:spcPts val="0"/>
              </a:spcBef>
              <a:spcAft>
                <a:spcPts val="0"/>
              </a:spcAft>
              <a:buSzPts val="1600"/>
              <a:buChar char="●"/>
            </a:pPr>
            <a:r>
              <a:rPr lang="en" sz="1600"/>
              <a:t>Express.js</a:t>
            </a:r>
            <a:endParaRPr sz="1600"/>
          </a:p>
          <a:p>
            <a:pPr indent="-330200" lvl="0" marL="457200" rtl="0" algn="l">
              <a:spcBef>
                <a:spcPts val="0"/>
              </a:spcBef>
              <a:spcAft>
                <a:spcPts val="0"/>
              </a:spcAft>
              <a:buSzPts val="1600"/>
              <a:buChar char="●"/>
            </a:pPr>
            <a:r>
              <a:rPr lang="en" sz="1600"/>
              <a:t>Prisma ORM</a:t>
            </a:r>
            <a:endParaRPr sz="1600"/>
          </a:p>
          <a:p>
            <a:pPr indent="-330200" lvl="0" marL="457200" rtl="0" algn="l">
              <a:spcBef>
                <a:spcPts val="0"/>
              </a:spcBef>
              <a:spcAft>
                <a:spcPts val="0"/>
              </a:spcAft>
              <a:buSzPts val="1600"/>
              <a:buChar char="●"/>
            </a:pPr>
            <a:r>
              <a:rPr lang="en" sz="1600"/>
              <a:t>JWT authentication</a:t>
            </a:r>
            <a:endParaRPr sz="1600"/>
          </a:p>
          <a:p>
            <a:pPr indent="-330200" lvl="0" marL="457200" rtl="0" algn="l">
              <a:spcBef>
                <a:spcPts val="0"/>
              </a:spcBef>
              <a:spcAft>
                <a:spcPts val="0"/>
              </a:spcAft>
              <a:buSzPts val="1600"/>
              <a:buChar char="●"/>
            </a:pPr>
            <a:r>
              <a:rPr lang="en" sz="1600"/>
              <a:t>Multer (pdf upload)</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sp>
        <p:nvSpPr>
          <p:cNvPr id="166" name="Google Shape;166;p22"/>
          <p:cNvSpPr txBox="1"/>
          <p:nvPr>
            <p:ph type="title"/>
          </p:nvPr>
        </p:nvSpPr>
        <p:spPr>
          <a:xfrm>
            <a:off x="4820425" y="1340075"/>
            <a:ext cx="3524100" cy="317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D966"/>
                </a:solidFill>
              </a:rPr>
              <a:t>Database</a:t>
            </a:r>
            <a:endParaRPr sz="1800">
              <a:solidFill>
                <a:srgbClr val="FFD966"/>
              </a:solidFill>
            </a:endParaRPr>
          </a:p>
          <a:p>
            <a:pPr indent="-330200" lvl="0" marL="457200" rtl="0" algn="l">
              <a:spcBef>
                <a:spcPts val="0"/>
              </a:spcBef>
              <a:spcAft>
                <a:spcPts val="0"/>
              </a:spcAft>
              <a:buSzPts val="1600"/>
              <a:buChar char="●"/>
            </a:pPr>
            <a:r>
              <a:rPr lang="en" sz="1600"/>
              <a:t>SQLite</a:t>
            </a:r>
            <a:endParaRPr sz="1600"/>
          </a:p>
          <a:p>
            <a:pPr indent="0" lvl="0" marL="0" rtl="0" algn="l">
              <a:spcBef>
                <a:spcPts val="0"/>
              </a:spcBef>
              <a:spcAft>
                <a:spcPts val="0"/>
              </a:spcAft>
              <a:buNone/>
            </a:pPr>
            <a:r>
              <a:t/>
            </a:r>
            <a:endParaRPr sz="1800">
              <a:solidFill>
                <a:srgbClr val="FFD966"/>
              </a:solidFill>
            </a:endParaRPr>
          </a:p>
          <a:p>
            <a:pPr indent="0" lvl="0" marL="0" rtl="0" algn="l">
              <a:spcBef>
                <a:spcPts val="0"/>
              </a:spcBef>
              <a:spcAft>
                <a:spcPts val="0"/>
              </a:spcAft>
              <a:buNone/>
            </a:pPr>
            <a:r>
              <a:rPr lang="en" sz="1800">
                <a:solidFill>
                  <a:srgbClr val="FFD966"/>
                </a:solidFill>
              </a:rPr>
              <a:t>AI &amp; Machine learning</a:t>
            </a:r>
            <a:endParaRPr sz="1800">
              <a:solidFill>
                <a:srgbClr val="FFD966"/>
              </a:solidFill>
            </a:endParaRPr>
          </a:p>
          <a:p>
            <a:pPr indent="-330200" lvl="0" marL="457200" rtl="0" algn="l">
              <a:spcBef>
                <a:spcPts val="0"/>
              </a:spcBef>
              <a:spcAft>
                <a:spcPts val="0"/>
              </a:spcAft>
              <a:buSzPts val="1600"/>
              <a:buChar char="●"/>
            </a:pPr>
            <a:r>
              <a:rPr lang="en" sz="1600"/>
              <a:t>Python (FastAPI)</a:t>
            </a:r>
            <a:endParaRPr sz="1600"/>
          </a:p>
          <a:p>
            <a:pPr indent="-330200" lvl="0" marL="457200" rtl="0" algn="l">
              <a:spcBef>
                <a:spcPts val="0"/>
              </a:spcBef>
              <a:spcAft>
                <a:spcPts val="0"/>
              </a:spcAft>
              <a:buSzPts val="1600"/>
              <a:buChar char="●"/>
            </a:pPr>
            <a:r>
              <a:rPr lang="en" sz="1600"/>
              <a:t>Llama &amp; Qwen2.5 (via Ollama)</a:t>
            </a:r>
            <a:endParaRPr sz="1600"/>
          </a:p>
          <a:p>
            <a:pPr indent="-330200" lvl="0" marL="457200" rtl="0" algn="l">
              <a:spcBef>
                <a:spcPts val="0"/>
              </a:spcBef>
              <a:spcAft>
                <a:spcPts val="0"/>
              </a:spcAft>
              <a:buSzPts val="1600"/>
              <a:buChar char="●"/>
            </a:pPr>
            <a:r>
              <a:rPr lang="en" sz="1600"/>
              <a:t>FAISS (Vector database)</a:t>
            </a:r>
            <a:endParaRPr sz="1600"/>
          </a:p>
          <a:p>
            <a:pPr indent="-330200" lvl="0" marL="457200" rtl="0" algn="l">
              <a:spcBef>
                <a:spcPts val="0"/>
              </a:spcBef>
              <a:spcAft>
                <a:spcPts val="0"/>
              </a:spcAft>
              <a:buSzPts val="1600"/>
              <a:buChar char="●"/>
            </a:pPr>
            <a:r>
              <a:rPr lang="en" sz="1600"/>
              <a:t>Scikit-learn (TF-IDF &amp; Cosine similarity)</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3"/>
          <p:cNvSpPr txBox="1"/>
          <p:nvPr>
            <p:ph type="title"/>
          </p:nvPr>
        </p:nvSpPr>
        <p:spPr>
          <a:xfrm>
            <a:off x="591200" y="354725"/>
            <a:ext cx="7688400" cy="80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D966"/>
                </a:solidFill>
              </a:rPr>
              <a:t>Technology Stack</a:t>
            </a:r>
            <a:endParaRPr>
              <a:solidFill>
                <a:srgbClr val="FFD966"/>
              </a:solidFill>
            </a:endParaRPr>
          </a:p>
        </p:txBody>
      </p:sp>
      <p:sp>
        <p:nvSpPr>
          <p:cNvPr id="172" name="Google Shape;172;p23"/>
          <p:cNvSpPr txBox="1"/>
          <p:nvPr>
            <p:ph type="title"/>
          </p:nvPr>
        </p:nvSpPr>
        <p:spPr>
          <a:xfrm>
            <a:off x="591200" y="1448600"/>
            <a:ext cx="3275100" cy="265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D966"/>
                </a:solidFill>
              </a:rPr>
              <a:t>Communication</a:t>
            </a:r>
            <a:endParaRPr sz="1800">
              <a:solidFill>
                <a:srgbClr val="FFD966"/>
              </a:solidFill>
            </a:endParaRPr>
          </a:p>
          <a:p>
            <a:pPr indent="-330200" lvl="0" marL="457200" rtl="0" algn="l">
              <a:spcBef>
                <a:spcPts val="0"/>
              </a:spcBef>
              <a:spcAft>
                <a:spcPts val="0"/>
              </a:spcAft>
              <a:buSzPts val="1600"/>
              <a:buChar char="●"/>
            </a:pPr>
            <a:r>
              <a:rPr lang="en" sz="1600"/>
              <a:t>REST APIs</a:t>
            </a:r>
            <a:endParaRPr sz="1600"/>
          </a:p>
          <a:p>
            <a:pPr indent="0" lvl="0" marL="0" rtl="0" algn="l">
              <a:spcBef>
                <a:spcPts val="0"/>
              </a:spcBef>
              <a:spcAft>
                <a:spcPts val="0"/>
              </a:spcAft>
              <a:buNone/>
            </a:pPr>
            <a:r>
              <a:t/>
            </a:r>
            <a:endParaRPr sz="1800">
              <a:solidFill>
                <a:srgbClr val="FFD966"/>
              </a:solidFill>
            </a:endParaRPr>
          </a:p>
          <a:p>
            <a:pPr indent="0" lvl="0" marL="0" rtl="0" algn="l">
              <a:spcBef>
                <a:spcPts val="0"/>
              </a:spcBef>
              <a:spcAft>
                <a:spcPts val="0"/>
              </a:spcAft>
              <a:buNone/>
            </a:pPr>
            <a:r>
              <a:rPr lang="en" sz="1800">
                <a:solidFill>
                  <a:srgbClr val="FFD966"/>
                </a:solidFill>
              </a:rPr>
              <a:t>Document Processing</a:t>
            </a:r>
            <a:endParaRPr sz="1800">
              <a:solidFill>
                <a:srgbClr val="FFD966"/>
              </a:solidFill>
            </a:endParaRPr>
          </a:p>
          <a:p>
            <a:pPr indent="-330200" lvl="0" marL="457200" rtl="0" algn="l">
              <a:lnSpc>
                <a:spcPct val="115000"/>
              </a:lnSpc>
              <a:spcBef>
                <a:spcPts val="0"/>
              </a:spcBef>
              <a:spcAft>
                <a:spcPts val="0"/>
              </a:spcAft>
              <a:buSzPts val="1600"/>
              <a:buChar char="●"/>
            </a:pPr>
            <a:r>
              <a:rPr lang="en" sz="1600"/>
              <a:t>PyMuPDF (PDF Text Extraction)</a:t>
            </a:r>
            <a:endParaRPr sz="1600"/>
          </a:p>
          <a:p>
            <a:pPr indent="-330200" lvl="0" marL="457200" rtl="0" algn="l">
              <a:lnSpc>
                <a:spcPct val="115000"/>
              </a:lnSpc>
              <a:spcBef>
                <a:spcPts val="0"/>
              </a:spcBef>
              <a:spcAft>
                <a:spcPts val="0"/>
              </a:spcAft>
              <a:buSzPts val="1600"/>
              <a:buChar char="●"/>
            </a:pPr>
            <a:r>
              <a:rPr lang="en" sz="1600"/>
              <a:t>Recursive Text Chunking</a:t>
            </a:r>
            <a:endParaRPr sz="1600"/>
          </a:p>
          <a:p>
            <a:pPr indent="-330200" lvl="0" marL="457200" rtl="0" algn="l">
              <a:lnSpc>
                <a:spcPct val="115000"/>
              </a:lnSpc>
              <a:spcBef>
                <a:spcPts val="0"/>
              </a:spcBef>
              <a:spcAft>
                <a:spcPts val="0"/>
              </a:spcAft>
              <a:buSzPts val="1600"/>
              <a:buChar char="●"/>
            </a:pPr>
            <a:r>
              <a:rPr lang="en" sz="1600"/>
              <a:t>RAG (Retrieval-Augmented Generation)</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4"/>
          <p:cNvSpPr txBox="1"/>
          <p:nvPr>
            <p:ph type="title"/>
          </p:nvPr>
        </p:nvSpPr>
        <p:spPr>
          <a:xfrm>
            <a:off x="620775" y="164625"/>
            <a:ext cx="7688400" cy="80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D966"/>
                </a:solidFill>
              </a:rPr>
              <a:t>Results</a:t>
            </a:r>
            <a:endParaRPr>
              <a:solidFill>
                <a:srgbClr val="FFD966"/>
              </a:solidFill>
            </a:endParaRPr>
          </a:p>
        </p:txBody>
      </p:sp>
      <p:pic>
        <p:nvPicPr>
          <p:cNvPr id="178" name="Google Shape;178;p24" title="short video final.mp4">
            <a:hlinkClick r:id="rId3"/>
          </p:cNvPr>
          <p:cNvPicPr preferRelativeResize="0"/>
          <p:nvPr/>
        </p:nvPicPr>
        <p:blipFill>
          <a:blip r:embed="rId4">
            <a:alphaModFix/>
          </a:blip>
          <a:stretch>
            <a:fillRect/>
          </a:stretch>
        </p:blipFill>
        <p:spPr>
          <a:xfrm>
            <a:off x="689750" y="879650"/>
            <a:ext cx="7240123" cy="4072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10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5"/>
          <p:cNvSpPr txBox="1"/>
          <p:nvPr>
            <p:ph type="title"/>
          </p:nvPr>
        </p:nvSpPr>
        <p:spPr>
          <a:xfrm>
            <a:off x="591200" y="354725"/>
            <a:ext cx="7688400" cy="80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D966"/>
                </a:solidFill>
              </a:rPr>
              <a:t>Comparison with existing solution</a:t>
            </a:r>
            <a:endParaRPr>
              <a:solidFill>
                <a:srgbClr val="FFD966"/>
              </a:solidFill>
            </a:endParaRPr>
          </a:p>
        </p:txBody>
      </p:sp>
      <p:graphicFrame>
        <p:nvGraphicFramePr>
          <p:cNvPr id="184" name="Google Shape;184;p25"/>
          <p:cNvGraphicFramePr/>
          <p:nvPr/>
        </p:nvGraphicFramePr>
        <p:xfrm>
          <a:off x="815900" y="1497725"/>
          <a:ext cx="3000000" cy="3000000"/>
        </p:xfrm>
        <a:graphic>
          <a:graphicData uri="http://schemas.openxmlformats.org/drawingml/2006/table">
            <a:tbl>
              <a:tblPr>
                <a:noFill/>
                <a:tableStyleId>{936413EE-F7EB-43DE-AB66-0035914FE99D}</a:tableStyleId>
              </a:tblPr>
              <a:tblGrid>
                <a:gridCol w="3132300"/>
                <a:gridCol w="2166675"/>
                <a:gridCol w="1940025"/>
              </a:tblGrid>
              <a:tr h="381000">
                <a:tc>
                  <a:txBody>
                    <a:bodyPr/>
                    <a:lstStyle/>
                    <a:p>
                      <a:pPr indent="0" lvl="0" marL="0" rtl="0" algn="ctr">
                        <a:spcBef>
                          <a:spcPts val="0"/>
                        </a:spcBef>
                        <a:spcAft>
                          <a:spcPts val="0"/>
                        </a:spcAft>
                        <a:buNone/>
                      </a:pPr>
                      <a:r>
                        <a:rPr b="1" lang="en">
                          <a:solidFill>
                            <a:schemeClr val="lt1"/>
                          </a:solidFill>
                        </a:rPr>
                        <a:t>Feature</a:t>
                      </a:r>
                      <a:endParaRPr b="1">
                        <a:solidFill>
                          <a:schemeClr val="lt1"/>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rgbClr val="FFE599"/>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rPr>
                        <a:t>Turnitin</a:t>
                      </a:r>
                      <a:endParaRPr b="1">
                        <a:solidFill>
                          <a:schemeClr val="lt1"/>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rgbClr val="FFE599"/>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rPr>
                        <a:t>VerifyEdu</a:t>
                      </a:r>
                      <a:endParaRPr b="1">
                        <a:solidFill>
                          <a:schemeClr val="lt1"/>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rgbClr val="FFE599"/>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solidFill>
                            <a:srgbClr val="FFFFFF"/>
                          </a:solidFill>
                        </a:rPr>
                        <a:t>Detects AI-Written text</a:t>
                      </a:r>
                      <a:endParaRPr b="1">
                        <a:solidFill>
                          <a:srgbClr val="FFFFFF"/>
                        </a:solidFill>
                      </a:endParaRPr>
                    </a:p>
                  </a:txBody>
                  <a:tcPr marT="91425" marB="91425" marR="91425" marL="91425">
                    <a:lnL cap="flat" cmpd="sng" w="19050">
                      <a:solidFill>
                        <a:srgbClr val="FFE599"/>
                      </a:solidFill>
                      <a:prstDash val="solid"/>
                      <a:round/>
                      <a:headEnd len="sm" w="sm" type="none"/>
                      <a:tailEnd len="sm" w="sm" type="none"/>
                    </a:lnL>
                    <a:lnR cap="flat" cmpd="sng" w="19050">
                      <a:solidFill>
                        <a:srgbClr val="FFE599"/>
                      </a:solidFill>
                      <a:prstDash val="solid"/>
                      <a:round/>
                      <a:headEnd len="sm" w="sm" type="none"/>
                      <a:tailEnd len="sm" w="sm" type="none"/>
                    </a:lnR>
                    <a:lnT cap="flat" cmpd="sng" w="19050">
                      <a:solidFill>
                        <a:srgbClr val="FFE599"/>
                      </a:solidFill>
                      <a:prstDash val="solid"/>
                      <a:round/>
                      <a:headEnd len="sm" w="sm" type="none"/>
                      <a:tailEnd len="sm" w="sm" type="none"/>
                    </a:lnT>
                    <a:lnB cap="flat" cmpd="sng" w="19050">
                      <a:solidFill>
                        <a:srgbClr val="FFE599"/>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FFFF"/>
                          </a:solidFill>
                        </a:rPr>
                        <a:t> Yes</a:t>
                      </a:r>
                      <a:endParaRPr b="1">
                        <a:solidFill>
                          <a:srgbClr val="FFFFFF"/>
                        </a:solidFill>
                      </a:endParaRPr>
                    </a:p>
                  </a:txBody>
                  <a:tcPr marT="91425" marB="91425" marR="91425" marL="91425">
                    <a:lnL cap="flat" cmpd="sng" w="19050">
                      <a:solidFill>
                        <a:srgbClr val="FFE599"/>
                      </a:solidFill>
                      <a:prstDash val="solid"/>
                      <a:round/>
                      <a:headEnd len="sm" w="sm" type="none"/>
                      <a:tailEnd len="sm" w="sm" type="none"/>
                    </a:lnL>
                    <a:lnR cap="flat" cmpd="sng" w="19050">
                      <a:solidFill>
                        <a:srgbClr val="FFE599"/>
                      </a:solidFill>
                      <a:prstDash val="solid"/>
                      <a:round/>
                      <a:headEnd len="sm" w="sm" type="none"/>
                      <a:tailEnd len="sm" w="sm" type="none"/>
                    </a:lnR>
                    <a:lnT cap="flat" cmpd="sng" w="19050">
                      <a:solidFill>
                        <a:srgbClr val="FFE599"/>
                      </a:solidFill>
                      <a:prstDash val="solid"/>
                      <a:round/>
                      <a:headEnd len="sm" w="sm" type="none"/>
                      <a:tailEnd len="sm" w="sm" type="none"/>
                    </a:lnT>
                    <a:lnB cap="flat" cmpd="sng" w="19050">
                      <a:solidFill>
                        <a:srgbClr val="FFE599"/>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FFFF"/>
                          </a:solidFill>
                        </a:rPr>
                        <a:t>Not the goal</a:t>
                      </a:r>
                      <a:endParaRPr b="1">
                        <a:solidFill>
                          <a:srgbClr val="FFFFFF"/>
                        </a:solidFill>
                      </a:endParaRPr>
                    </a:p>
                  </a:txBody>
                  <a:tcPr marT="91425" marB="91425" marR="91425" marL="91425">
                    <a:lnL cap="flat" cmpd="sng" w="19050">
                      <a:solidFill>
                        <a:srgbClr val="FFE599"/>
                      </a:solidFill>
                      <a:prstDash val="solid"/>
                      <a:round/>
                      <a:headEnd len="sm" w="sm" type="none"/>
                      <a:tailEnd len="sm" w="sm" type="none"/>
                    </a:lnL>
                    <a:lnR cap="flat" cmpd="sng" w="19050">
                      <a:solidFill>
                        <a:srgbClr val="FFE599"/>
                      </a:solidFill>
                      <a:prstDash val="solid"/>
                      <a:round/>
                      <a:headEnd len="sm" w="sm" type="none"/>
                      <a:tailEnd len="sm" w="sm" type="none"/>
                    </a:lnR>
                    <a:lnT cap="flat" cmpd="sng" w="19050">
                      <a:solidFill>
                        <a:srgbClr val="FFE599"/>
                      </a:solidFill>
                      <a:prstDash val="solid"/>
                      <a:round/>
                      <a:headEnd len="sm" w="sm" type="none"/>
                      <a:tailEnd len="sm" w="sm" type="none"/>
                    </a:lnT>
                    <a:lnB cap="flat" cmpd="sng" w="19050">
                      <a:solidFill>
                        <a:srgbClr val="FFE599"/>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solidFill>
                            <a:srgbClr val="FFFFFF"/>
                          </a:solidFill>
                        </a:rPr>
                        <a:t>Verifies student </a:t>
                      </a:r>
                      <a:r>
                        <a:rPr b="1" lang="en">
                          <a:solidFill>
                            <a:srgbClr val="FFFFFF"/>
                          </a:solidFill>
                        </a:rPr>
                        <a:t>understanding</a:t>
                      </a:r>
                      <a:endParaRPr b="1">
                        <a:solidFill>
                          <a:srgbClr val="FFFFFF"/>
                        </a:solidFill>
                      </a:endParaRPr>
                    </a:p>
                  </a:txBody>
                  <a:tcPr marT="91425" marB="91425" marR="91425" marL="91425">
                    <a:lnL cap="flat" cmpd="sng" w="19050">
                      <a:solidFill>
                        <a:srgbClr val="FFE599"/>
                      </a:solidFill>
                      <a:prstDash val="solid"/>
                      <a:round/>
                      <a:headEnd len="sm" w="sm" type="none"/>
                      <a:tailEnd len="sm" w="sm" type="none"/>
                    </a:lnL>
                    <a:lnR cap="flat" cmpd="sng" w="19050">
                      <a:solidFill>
                        <a:srgbClr val="FFE599"/>
                      </a:solidFill>
                      <a:prstDash val="solid"/>
                      <a:round/>
                      <a:headEnd len="sm" w="sm" type="none"/>
                      <a:tailEnd len="sm" w="sm" type="none"/>
                    </a:lnR>
                    <a:lnT cap="flat" cmpd="sng" w="19050">
                      <a:solidFill>
                        <a:srgbClr val="FFE599"/>
                      </a:solidFill>
                      <a:prstDash val="solid"/>
                      <a:round/>
                      <a:headEnd len="sm" w="sm" type="none"/>
                      <a:tailEnd len="sm" w="sm" type="none"/>
                    </a:lnT>
                    <a:lnB cap="flat" cmpd="sng" w="19050">
                      <a:solidFill>
                        <a:srgbClr val="FFE599"/>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FFFF"/>
                          </a:solidFill>
                        </a:rPr>
                        <a:t>No</a:t>
                      </a:r>
                      <a:endParaRPr b="1">
                        <a:solidFill>
                          <a:srgbClr val="FFFFFF"/>
                        </a:solidFill>
                      </a:endParaRPr>
                    </a:p>
                  </a:txBody>
                  <a:tcPr marT="91425" marB="91425" marR="91425" marL="91425">
                    <a:lnL cap="flat" cmpd="sng" w="19050">
                      <a:solidFill>
                        <a:srgbClr val="FFE599"/>
                      </a:solidFill>
                      <a:prstDash val="solid"/>
                      <a:round/>
                      <a:headEnd len="sm" w="sm" type="none"/>
                      <a:tailEnd len="sm" w="sm" type="none"/>
                    </a:lnL>
                    <a:lnR cap="flat" cmpd="sng" w="19050">
                      <a:solidFill>
                        <a:srgbClr val="FFE599"/>
                      </a:solidFill>
                      <a:prstDash val="solid"/>
                      <a:round/>
                      <a:headEnd len="sm" w="sm" type="none"/>
                      <a:tailEnd len="sm" w="sm" type="none"/>
                    </a:lnR>
                    <a:lnT cap="flat" cmpd="sng" w="19050">
                      <a:solidFill>
                        <a:srgbClr val="FFE599"/>
                      </a:solidFill>
                      <a:prstDash val="solid"/>
                      <a:round/>
                      <a:headEnd len="sm" w="sm" type="none"/>
                      <a:tailEnd len="sm" w="sm" type="none"/>
                    </a:lnT>
                    <a:lnB cap="flat" cmpd="sng" w="19050">
                      <a:solidFill>
                        <a:srgbClr val="FFE599"/>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FFFF"/>
                          </a:solidFill>
                        </a:rPr>
                        <a:t>Yes</a:t>
                      </a:r>
                      <a:endParaRPr b="1">
                        <a:solidFill>
                          <a:srgbClr val="FFFFFF"/>
                        </a:solidFill>
                      </a:endParaRPr>
                    </a:p>
                  </a:txBody>
                  <a:tcPr marT="91425" marB="91425" marR="91425" marL="91425">
                    <a:lnL cap="flat" cmpd="sng" w="19050">
                      <a:solidFill>
                        <a:srgbClr val="FFE599"/>
                      </a:solidFill>
                      <a:prstDash val="solid"/>
                      <a:round/>
                      <a:headEnd len="sm" w="sm" type="none"/>
                      <a:tailEnd len="sm" w="sm" type="none"/>
                    </a:lnL>
                    <a:lnR cap="flat" cmpd="sng" w="19050">
                      <a:solidFill>
                        <a:srgbClr val="FFE599"/>
                      </a:solidFill>
                      <a:prstDash val="solid"/>
                      <a:round/>
                      <a:headEnd len="sm" w="sm" type="none"/>
                      <a:tailEnd len="sm" w="sm" type="none"/>
                    </a:lnR>
                    <a:lnT cap="flat" cmpd="sng" w="19050">
                      <a:solidFill>
                        <a:srgbClr val="FFE599"/>
                      </a:solidFill>
                      <a:prstDash val="solid"/>
                      <a:round/>
                      <a:headEnd len="sm" w="sm" type="none"/>
                      <a:tailEnd len="sm" w="sm" type="none"/>
                    </a:lnT>
                    <a:lnB cap="flat" cmpd="sng" w="19050">
                      <a:solidFill>
                        <a:srgbClr val="FFE599"/>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solidFill>
                            <a:srgbClr val="FFFFFF"/>
                          </a:solidFill>
                        </a:rPr>
                        <a:t>Personalized to actual submission</a:t>
                      </a:r>
                      <a:endParaRPr b="1">
                        <a:solidFill>
                          <a:srgbClr val="FFFFFF"/>
                        </a:solidFill>
                      </a:endParaRPr>
                    </a:p>
                  </a:txBody>
                  <a:tcPr marT="91425" marB="91425" marR="91425" marL="91425">
                    <a:lnL cap="flat" cmpd="sng" w="19050">
                      <a:solidFill>
                        <a:srgbClr val="FFE599"/>
                      </a:solidFill>
                      <a:prstDash val="solid"/>
                      <a:round/>
                      <a:headEnd len="sm" w="sm" type="none"/>
                      <a:tailEnd len="sm" w="sm" type="none"/>
                    </a:lnL>
                    <a:lnR cap="flat" cmpd="sng" w="19050">
                      <a:solidFill>
                        <a:srgbClr val="FFE599"/>
                      </a:solidFill>
                      <a:prstDash val="solid"/>
                      <a:round/>
                      <a:headEnd len="sm" w="sm" type="none"/>
                      <a:tailEnd len="sm" w="sm" type="none"/>
                    </a:lnR>
                    <a:lnT cap="flat" cmpd="sng" w="19050">
                      <a:solidFill>
                        <a:srgbClr val="FFE599"/>
                      </a:solidFill>
                      <a:prstDash val="solid"/>
                      <a:round/>
                      <a:headEnd len="sm" w="sm" type="none"/>
                      <a:tailEnd len="sm" w="sm" type="none"/>
                    </a:lnT>
                    <a:lnB cap="flat" cmpd="sng" w="19050">
                      <a:solidFill>
                        <a:srgbClr val="FFE599"/>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FFFF"/>
                          </a:solidFill>
                        </a:rPr>
                        <a:t>No</a:t>
                      </a:r>
                      <a:endParaRPr b="1">
                        <a:solidFill>
                          <a:srgbClr val="FFFFFF"/>
                        </a:solidFill>
                      </a:endParaRPr>
                    </a:p>
                  </a:txBody>
                  <a:tcPr marT="91425" marB="91425" marR="91425" marL="91425">
                    <a:lnL cap="flat" cmpd="sng" w="19050">
                      <a:solidFill>
                        <a:srgbClr val="FFE599"/>
                      </a:solidFill>
                      <a:prstDash val="solid"/>
                      <a:round/>
                      <a:headEnd len="sm" w="sm" type="none"/>
                      <a:tailEnd len="sm" w="sm" type="none"/>
                    </a:lnL>
                    <a:lnR cap="flat" cmpd="sng" w="19050">
                      <a:solidFill>
                        <a:srgbClr val="FFE599"/>
                      </a:solidFill>
                      <a:prstDash val="solid"/>
                      <a:round/>
                      <a:headEnd len="sm" w="sm" type="none"/>
                      <a:tailEnd len="sm" w="sm" type="none"/>
                    </a:lnR>
                    <a:lnT cap="flat" cmpd="sng" w="19050">
                      <a:solidFill>
                        <a:srgbClr val="FFE599"/>
                      </a:solidFill>
                      <a:prstDash val="solid"/>
                      <a:round/>
                      <a:headEnd len="sm" w="sm" type="none"/>
                      <a:tailEnd len="sm" w="sm" type="none"/>
                    </a:lnT>
                    <a:lnB cap="flat" cmpd="sng" w="19050">
                      <a:solidFill>
                        <a:srgbClr val="FFE599"/>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FFFF"/>
                          </a:solidFill>
                        </a:rPr>
                        <a:t>Yes</a:t>
                      </a:r>
                      <a:endParaRPr b="1">
                        <a:solidFill>
                          <a:srgbClr val="FFFFFF"/>
                        </a:solidFill>
                      </a:endParaRPr>
                    </a:p>
                  </a:txBody>
                  <a:tcPr marT="91425" marB="91425" marR="91425" marL="91425">
                    <a:lnL cap="flat" cmpd="sng" w="19050">
                      <a:solidFill>
                        <a:srgbClr val="FFE599"/>
                      </a:solidFill>
                      <a:prstDash val="solid"/>
                      <a:round/>
                      <a:headEnd len="sm" w="sm" type="none"/>
                      <a:tailEnd len="sm" w="sm" type="none"/>
                    </a:lnL>
                    <a:lnR cap="flat" cmpd="sng" w="19050">
                      <a:solidFill>
                        <a:srgbClr val="FFE599"/>
                      </a:solidFill>
                      <a:prstDash val="solid"/>
                      <a:round/>
                      <a:headEnd len="sm" w="sm" type="none"/>
                      <a:tailEnd len="sm" w="sm" type="none"/>
                    </a:lnR>
                    <a:lnT cap="flat" cmpd="sng" w="19050">
                      <a:solidFill>
                        <a:srgbClr val="FFE599"/>
                      </a:solidFill>
                      <a:prstDash val="solid"/>
                      <a:round/>
                      <a:headEnd len="sm" w="sm" type="none"/>
                      <a:tailEnd len="sm" w="sm" type="none"/>
                    </a:lnT>
                    <a:lnB cap="flat" cmpd="sng" w="19050">
                      <a:solidFill>
                        <a:srgbClr val="FFE599"/>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solidFill>
                            <a:srgbClr val="FFFFFF"/>
                          </a:solidFill>
                        </a:rPr>
                        <a:t>Gives teachers actionable next step</a:t>
                      </a:r>
                      <a:endParaRPr b="1">
                        <a:solidFill>
                          <a:srgbClr val="FFFFFF"/>
                        </a:solidFill>
                      </a:endParaRPr>
                    </a:p>
                  </a:txBody>
                  <a:tcPr marT="91425" marB="91425" marR="91425" marL="91425">
                    <a:lnL cap="flat" cmpd="sng" w="19050">
                      <a:solidFill>
                        <a:srgbClr val="FFE599"/>
                      </a:solidFill>
                      <a:prstDash val="solid"/>
                      <a:round/>
                      <a:headEnd len="sm" w="sm" type="none"/>
                      <a:tailEnd len="sm" w="sm" type="none"/>
                    </a:lnL>
                    <a:lnR cap="flat" cmpd="sng" w="19050">
                      <a:solidFill>
                        <a:srgbClr val="FFE599"/>
                      </a:solidFill>
                      <a:prstDash val="solid"/>
                      <a:round/>
                      <a:headEnd len="sm" w="sm" type="none"/>
                      <a:tailEnd len="sm" w="sm" type="none"/>
                    </a:lnR>
                    <a:lnT cap="flat" cmpd="sng" w="19050">
                      <a:solidFill>
                        <a:srgbClr val="FFE599"/>
                      </a:solidFill>
                      <a:prstDash val="solid"/>
                      <a:round/>
                      <a:headEnd len="sm" w="sm" type="none"/>
                      <a:tailEnd len="sm" w="sm" type="none"/>
                    </a:lnT>
                    <a:lnB cap="flat" cmpd="sng" w="19050">
                      <a:solidFill>
                        <a:srgbClr val="FFE599"/>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FFFF"/>
                          </a:solidFill>
                        </a:rPr>
                        <a:t>Just a probability score</a:t>
                      </a:r>
                      <a:endParaRPr b="1">
                        <a:solidFill>
                          <a:srgbClr val="FFFFFF"/>
                        </a:solidFill>
                      </a:endParaRPr>
                    </a:p>
                  </a:txBody>
                  <a:tcPr marT="91425" marB="91425" marR="91425" marL="91425">
                    <a:lnL cap="flat" cmpd="sng" w="19050">
                      <a:solidFill>
                        <a:srgbClr val="FFE599"/>
                      </a:solidFill>
                      <a:prstDash val="solid"/>
                      <a:round/>
                      <a:headEnd len="sm" w="sm" type="none"/>
                      <a:tailEnd len="sm" w="sm" type="none"/>
                    </a:lnL>
                    <a:lnR cap="flat" cmpd="sng" w="19050">
                      <a:solidFill>
                        <a:srgbClr val="FFE599"/>
                      </a:solidFill>
                      <a:prstDash val="solid"/>
                      <a:round/>
                      <a:headEnd len="sm" w="sm" type="none"/>
                      <a:tailEnd len="sm" w="sm" type="none"/>
                    </a:lnR>
                    <a:lnT cap="flat" cmpd="sng" w="19050">
                      <a:solidFill>
                        <a:srgbClr val="FFE599"/>
                      </a:solidFill>
                      <a:prstDash val="solid"/>
                      <a:round/>
                      <a:headEnd len="sm" w="sm" type="none"/>
                      <a:tailEnd len="sm" w="sm" type="none"/>
                    </a:lnT>
                    <a:lnB cap="flat" cmpd="sng" w="19050">
                      <a:solidFill>
                        <a:srgbClr val="FFE599"/>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FFFF"/>
                          </a:solidFill>
                        </a:rPr>
                        <a:t>Comprehension score + quiz results</a:t>
                      </a:r>
                      <a:endParaRPr b="1">
                        <a:solidFill>
                          <a:srgbClr val="FFFFFF"/>
                        </a:solidFill>
                      </a:endParaRPr>
                    </a:p>
                  </a:txBody>
                  <a:tcPr marT="91425" marB="91425" marR="91425" marL="91425">
                    <a:lnL cap="flat" cmpd="sng" w="19050">
                      <a:solidFill>
                        <a:srgbClr val="FFE599"/>
                      </a:solidFill>
                      <a:prstDash val="solid"/>
                      <a:round/>
                      <a:headEnd len="sm" w="sm" type="none"/>
                      <a:tailEnd len="sm" w="sm" type="none"/>
                    </a:lnL>
                    <a:lnR cap="flat" cmpd="sng" w="19050">
                      <a:solidFill>
                        <a:srgbClr val="FFE599"/>
                      </a:solidFill>
                      <a:prstDash val="solid"/>
                      <a:round/>
                      <a:headEnd len="sm" w="sm" type="none"/>
                      <a:tailEnd len="sm" w="sm" type="none"/>
                    </a:lnR>
                    <a:lnT cap="flat" cmpd="sng" w="19050">
                      <a:solidFill>
                        <a:srgbClr val="FFE599"/>
                      </a:solidFill>
                      <a:prstDash val="solid"/>
                      <a:round/>
                      <a:headEnd len="sm" w="sm" type="none"/>
                      <a:tailEnd len="sm" w="sm" type="none"/>
                    </a:lnT>
                    <a:lnB cap="flat" cmpd="sng" w="19050">
                      <a:solidFill>
                        <a:srgbClr val="FFE599"/>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solidFill>
                            <a:srgbClr val="FFFFFF"/>
                          </a:solidFill>
                        </a:rPr>
                        <a:t>False positives penalizer honest students</a:t>
                      </a:r>
                      <a:endParaRPr b="1">
                        <a:solidFill>
                          <a:srgbClr val="FFFFFF"/>
                        </a:solidFill>
                      </a:endParaRPr>
                    </a:p>
                  </a:txBody>
                  <a:tcPr marT="91425" marB="91425" marR="91425" marL="91425">
                    <a:lnL cap="flat" cmpd="sng" w="19050">
                      <a:solidFill>
                        <a:srgbClr val="FFE599"/>
                      </a:solidFill>
                      <a:prstDash val="solid"/>
                      <a:round/>
                      <a:headEnd len="sm" w="sm" type="none"/>
                      <a:tailEnd len="sm" w="sm" type="none"/>
                    </a:lnL>
                    <a:lnR cap="flat" cmpd="sng" w="19050">
                      <a:solidFill>
                        <a:srgbClr val="FFE599"/>
                      </a:solidFill>
                      <a:prstDash val="solid"/>
                      <a:round/>
                      <a:headEnd len="sm" w="sm" type="none"/>
                      <a:tailEnd len="sm" w="sm" type="none"/>
                    </a:lnR>
                    <a:lnT cap="flat" cmpd="sng" w="19050">
                      <a:solidFill>
                        <a:srgbClr val="FFE599"/>
                      </a:solidFill>
                      <a:prstDash val="solid"/>
                      <a:round/>
                      <a:headEnd len="sm" w="sm" type="none"/>
                      <a:tailEnd len="sm" w="sm" type="none"/>
                    </a:lnT>
                    <a:lnB cap="flat" cmpd="sng" w="19050">
                      <a:solidFill>
                        <a:srgbClr val="FFE599"/>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FFFF"/>
                          </a:solidFill>
                        </a:rPr>
                        <a:t>Yes (18% for ESL students)</a:t>
                      </a:r>
                      <a:endParaRPr b="1">
                        <a:solidFill>
                          <a:srgbClr val="FFFFFF"/>
                        </a:solidFill>
                      </a:endParaRPr>
                    </a:p>
                  </a:txBody>
                  <a:tcPr marT="91425" marB="91425" marR="91425" marL="91425">
                    <a:lnL cap="flat" cmpd="sng" w="19050">
                      <a:solidFill>
                        <a:srgbClr val="FFE599"/>
                      </a:solidFill>
                      <a:prstDash val="solid"/>
                      <a:round/>
                      <a:headEnd len="sm" w="sm" type="none"/>
                      <a:tailEnd len="sm" w="sm" type="none"/>
                    </a:lnL>
                    <a:lnR cap="flat" cmpd="sng" w="19050">
                      <a:solidFill>
                        <a:srgbClr val="FFE599"/>
                      </a:solidFill>
                      <a:prstDash val="solid"/>
                      <a:round/>
                      <a:headEnd len="sm" w="sm" type="none"/>
                      <a:tailEnd len="sm" w="sm" type="none"/>
                    </a:lnR>
                    <a:lnT cap="flat" cmpd="sng" w="19050">
                      <a:solidFill>
                        <a:srgbClr val="FFE599"/>
                      </a:solidFill>
                      <a:prstDash val="solid"/>
                      <a:round/>
                      <a:headEnd len="sm" w="sm" type="none"/>
                      <a:tailEnd len="sm" w="sm" type="none"/>
                    </a:lnT>
                    <a:lnB cap="flat" cmpd="sng" w="19050">
                      <a:solidFill>
                        <a:srgbClr val="FFE599"/>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FFFF"/>
                          </a:solidFill>
                        </a:rPr>
                        <a:t>Doesn’t accuse, it tests</a:t>
                      </a:r>
                      <a:endParaRPr b="1">
                        <a:solidFill>
                          <a:srgbClr val="FFFFFF"/>
                        </a:solidFill>
                      </a:endParaRPr>
                    </a:p>
                  </a:txBody>
                  <a:tcPr marT="91425" marB="91425" marR="91425" marL="91425">
                    <a:lnL cap="flat" cmpd="sng" w="19050">
                      <a:solidFill>
                        <a:srgbClr val="FFE599"/>
                      </a:solidFill>
                      <a:prstDash val="solid"/>
                      <a:round/>
                      <a:headEnd len="sm" w="sm" type="none"/>
                      <a:tailEnd len="sm" w="sm" type="none"/>
                    </a:lnL>
                    <a:lnR cap="flat" cmpd="sng" w="19050">
                      <a:solidFill>
                        <a:srgbClr val="FFE599"/>
                      </a:solidFill>
                      <a:prstDash val="solid"/>
                      <a:round/>
                      <a:headEnd len="sm" w="sm" type="none"/>
                      <a:tailEnd len="sm" w="sm" type="none"/>
                    </a:lnR>
                    <a:lnT cap="flat" cmpd="sng" w="19050">
                      <a:solidFill>
                        <a:srgbClr val="FFE599"/>
                      </a:solidFill>
                      <a:prstDash val="solid"/>
                      <a:round/>
                      <a:headEnd len="sm" w="sm" type="none"/>
                      <a:tailEnd len="sm" w="sm" type="none"/>
                    </a:lnT>
                    <a:lnB cap="flat" cmpd="sng" w="19050">
                      <a:solidFill>
                        <a:srgbClr val="FFE599"/>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6"/>
          <p:cNvSpPr txBox="1"/>
          <p:nvPr>
            <p:ph type="title"/>
          </p:nvPr>
        </p:nvSpPr>
        <p:spPr>
          <a:xfrm>
            <a:off x="597775" y="354725"/>
            <a:ext cx="7688400" cy="80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D966"/>
                </a:solidFill>
              </a:rPr>
              <a:t>Summary &amp; Future Work</a:t>
            </a:r>
            <a:endParaRPr>
              <a:solidFill>
                <a:srgbClr val="FFD966"/>
              </a:solidFill>
            </a:endParaRPr>
          </a:p>
        </p:txBody>
      </p:sp>
      <p:sp>
        <p:nvSpPr>
          <p:cNvPr id="190" name="Google Shape;190;p26"/>
          <p:cNvSpPr txBox="1"/>
          <p:nvPr>
            <p:ph type="title"/>
          </p:nvPr>
        </p:nvSpPr>
        <p:spPr>
          <a:xfrm>
            <a:off x="684575" y="1318375"/>
            <a:ext cx="7916100" cy="3618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latin typeface="Arial"/>
                <a:ea typeface="Arial"/>
                <a:cs typeface="Arial"/>
                <a:sym typeface="Arial"/>
              </a:rPr>
              <a:t>VerifyEdu generates AI quizzes grounded in a teacher's own study material (RAG-based, no hallucination) and grades descriptive answers with semantic + keyword scoring — giving teachers a real comprehension signal, not just a % score.</a:t>
            </a:r>
            <a:endParaRPr sz="19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solidFill>
                <a:srgbClr val="FFD966"/>
              </a:solidFill>
            </a:endParaRPr>
          </a:p>
          <a:p>
            <a:pPr indent="0" lvl="0" marL="0" rtl="0" algn="l">
              <a:spcBef>
                <a:spcPts val="0"/>
              </a:spcBef>
              <a:spcAft>
                <a:spcPts val="0"/>
              </a:spcAft>
              <a:buNone/>
            </a:pPr>
            <a:r>
              <a:rPr lang="en" sz="1600">
                <a:solidFill>
                  <a:srgbClr val="FFD966"/>
                </a:solidFill>
              </a:rPr>
              <a:t>Future</a:t>
            </a:r>
            <a:r>
              <a:rPr lang="en" sz="1600">
                <a:solidFill>
                  <a:srgbClr val="FFD966"/>
                </a:solidFill>
              </a:rPr>
              <a:t> Work</a:t>
            </a:r>
            <a:endParaRPr sz="1600">
              <a:solidFill>
                <a:srgbClr val="FFD966"/>
              </a:solidFill>
            </a:endParaRPr>
          </a:p>
          <a:p>
            <a:pPr indent="0" lvl="0" marL="0" rtl="0" algn="l">
              <a:lnSpc>
                <a:spcPct val="115000"/>
              </a:lnSpc>
              <a:spcBef>
                <a:spcPts val="0"/>
              </a:spcBef>
              <a:spcAft>
                <a:spcPts val="0"/>
              </a:spcAft>
              <a:buNone/>
            </a:pPr>
            <a:r>
              <a:rPr lang="en" sz="1400">
                <a:solidFill>
                  <a:srgbClr val="FFD966"/>
                </a:solidFill>
                <a:latin typeface="Arial"/>
                <a:ea typeface="Arial"/>
                <a:cs typeface="Arial"/>
                <a:sym typeface="Arial"/>
              </a:rPr>
              <a:t>Quiz reliability layer</a:t>
            </a:r>
            <a:r>
              <a:rPr b="0" lang="en" sz="1400">
                <a:solidFill>
                  <a:srgbClr val="FFD966"/>
                </a:solidFill>
                <a:latin typeface="Arial"/>
                <a:ea typeface="Arial"/>
                <a:cs typeface="Arial"/>
                <a:sym typeface="Arial"/>
              </a:rPr>
              <a:t> </a:t>
            </a:r>
            <a:r>
              <a:rPr b="0" lang="en" sz="1400">
                <a:latin typeface="Arial"/>
                <a:ea typeface="Arial"/>
                <a:cs typeface="Arial"/>
                <a:sym typeface="Arial"/>
              </a:rPr>
              <a:t>-  Source-evidence verification and a secondary LLM pass, so every generated question is checked against the source text before students see it.</a:t>
            </a:r>
            <a:endParaRPr b="0" sz="1400">
              <a:latin typeface="Arial"/>
              <a:ea typeface="Arial"/>
              <a:cs typeface="Arial"/>
              <a:sym typeface="Arial"/>
            </a:endParaRPr>
          </a:p>
          <a:p>
            <a:pPr indent="0" lvl="0" marL="0" rtl="0" algn="l">
              <a:lnSpc>
                <a:spcPct val="115000"/>
              </a:lnSpc>
              <a:spcBef>
                <a:spcPts val="0"/>
              </a:spcBef>
              <a:spcAft>
                <a:spcPts val="0"/>
              </a:spcAft>
              <a:buNone/>
            </a:pPr>
            <a:r>
              <a:rPr lang="en" sz="1400">
                <a:solidFill>
                  <a:srgbClr val="FFD966"/>
                </a:solidFill>
                <a:latin typeface="Arial"/>
                <a:ea typeface="Arial"/>
                <a:cs typeface="Arial"/>
                <a:sym typeface="Arial"/>
              </a:rPr>
              <a:t>Human-in-the-loop review</a:t>
            </a:r>
            <a:r>
              <a:rPr b="0" lang="en" sz="1400">
                <a:latin typeface="Arial"/>
                <a:ea typeface="Arial"/>
                <a:cs typeface="Arial"/>
                <a:sym typeface="Arial"/>
              </a:rPr>
              <a:t> - Teachers preview and approve/edit auto-generated questions before they reach students, as a manual check on top of the automated reliability layer.</a:t>
            </a:r>
            <a:endParaRPr b="0" sz="1400">
              <a:latin typeface="Arial"/>
              <a:ea typeface="Arial"/>
              <a:cs typeface="Arial"/>
              <a:sym typeface="Arial"/>
            </a:endParaRPr>
          </a:p>
          <a:p>
            <a:pPr indent="0" lvl="0" marL="0" rtl="0" algn="l">
              <a:lnSpc>
                <a:spcPct val="115000"/>
              </a:lnSpc>
              <a:spcBef>
                <a:spcPts val="0"/>
              </a:spcBef>
              <a:spcAft>
                <a:spcPts val="0"/>
              </a:spcAft>
              <a:buNone/>
            </a:pPr>
            <a:r>
              <a:rPr lang="en" sz="1400">
                <a:solidFill>
                  <a:srgbClr val="FFD966"/>
                </a:solidFill>
                <a:latin typeface="Arial"/>
                <a:ea typeface="Arial"/>
                <a:cs typeface="Arial"/>
                <a:sym typeface="Arial"/>
              </a:rPr>
              <a:t>Difficulty-weighted scoring</a:t>
            </a:r>
            <a:r>
              <a:rPr b="0" lang="en" sz="1400">
                <a:solidFill>
                  <a:srgbClr val="FFD966"/>
                </a:solidFill>
                <a:latin typeface="Arial"/>
                <a:ea typeface="Arial"/>
                <a:cs typeface="Arial"/>
                <a:sym typeface="Arial"/>
              </a:rPr>
              <a:t> </a:t>
            </a:r>
            <a:r>
              <a:rPr b="0" lang="en" sz="1400">
                <a:latin typeface="Arial"/>
                <a:ea typeface="Arial"/>
                <a:cs typeface="Arial"/>
                <a:sym typeface="Arial"/>
              </a:rPr>
              <a:t>- Weight questions by conceptual depth instead of flat % correct, for a more accurate comprehension.</a:t>
            </a:r>
            <a:endParaRPr b="0" sz="1400">
              <a:latin typeface="Arial"/>
              <a:ea typeface="Arial"/>
              <a:cs typeface="Arial"/>
              <a:sym typeface="Arial"/>
            </a:endParaRPr>
          </a:p>
          <a:p>
            <a:pPr indent="0" lvl="0" marL="0" rtl="0" algn="l">
              <a:lnSpc>
                <a:spcPct val="115000"/>
              </a:lnSpc>
              <a:spcBef>
                <a:spcPts val="0"/>
              </a:spcBef>
              <a:spcAft>
                <a:spcPts val="0"/>
              </a:spcAft>
              <a:buNone/>
            </a:pPr>
            <a:r>
              <a:rPr lang="en" sz="1400">
                <a:solidFill>
                  <a:srgbClr val="FFD966"/>
                </a:solidFill>
                <a:latin typeface="Arial"/>
                <a:ea typeface="Arial"/>
                <a:cs typeface="Arial"/>
                <a:sym typeface="Arial"/>
              </a:rPr>
              <a:t>LMS integration</a:t>
            </a:r>
            <a:r>
              <a:rPr b="0" lang="en" sz="1400">
                <a:latin typeface="Arial"/>
                <a:ea typeface="Arial"/>
                <a:cs typeface="Arial"/>
                <a:sym typeface="Arial"/>
              </a:rPr>
              <a:t> - Plug into Google Classroom so teachers don't need a separate tool.</a:t>
            </a:r>
            <a:endParaRPr b="0" sz="1400">
              <a:latin typeface="Arial"/>
              <a:ea typeface="Arial"/>
              <a:cs typeface="Arial"/>
              <a:sym typeface="Arial"/>
            </a:endParaRPr>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